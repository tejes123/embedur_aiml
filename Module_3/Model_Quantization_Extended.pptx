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8" r:id="rId14"/>
    <p:sldId id="266" r:id="rId15"/>
    <p:sldId id="271" r:id="rId16"/>
    <p:sldId id="272" r:id="rId17"/>
    <p:sldId id="267" r:id="rId18"/>
    <p:sldId id="269" r:id="rId19"/>
    <p:sldId id="270" r:id="rId20"/>
    <p:sldId id="273" r:id="rId21"/>
    <p:sldId id="275" r:id="rId22"/>
    <p:sldId id="276" r:id="rId23"/>
    <p:sldId id="278" r:id="rId24"/>
    <p:sldId id="280" r:id="rId25"/>
    <p:sldId id="279" r:id="rId26"/>
    <p:sldId id="281" r:id="rId27"/>
    <p:sldId id="282" r:id="rId2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578FDCC-3957-5F07-8A1D-1FEA1509D7CB}" v="202" dt="2026-07-21T04:13:50.139"/>
    <p1510:client id="{6342E601-2877-CE84-2002-96C453EFB117}" v="344" dt="2026-07-21T05:52:24.748"/>
    <p1510:client id="{64BCF0F2-91E6-32D0-0087-8B1A9D523060}" v="1" dt="2026-07-21T04:58:58.097"/>
    <p1510:client id="{B89241A0-0E70-509A-0AF3-D8B68A53D322}" v="208" dt="2026-07-20T17:07:08.495"/>
    <p1510:client id="{D2BDC157-81BA-BCE0-9C7E-95E00344CA5B}" v="792" dt="2026-07-20T16:40:04.500"/>
    <p1510:client id="{D47584DE-C043-4A67-A8F0-41EC7E4FF0AA}" v="28" dt="2026-07-21T09:17:10.8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6/11/relationships/changesInfo" Target="changesInfos/changesInfo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3e7c9d67-afab-4694-94e1-af28129ed65f::" providerId="AD" clId="Web-{64BCF0F2-91E6-32D0-0087-8B1A9D523060}"/>
    <pc:docChg chg="delSld">
      <pc:chgData name="Guest User" userId="S::urn:spo:tenantanon#3e7c9d67-afab-4694-94e1-af28129ed65f::" providerId="AD" clId="Web-{64BCF0F2-91E6-32D0-0087-8B1A9D523060}" dt="2026-07-21T04:58:58.097" v="0"/>
      <pc:docMkLst>
        <pc:docMk/>
      </pc:docMkLst>
      <pc:sldChg chg="del">
        <pc:chgData name="Guest User" userId="S::urn:spo:tenantanon#3e7c9d67-afab-4694-94e1-af28129ed65f::" providerId="AD" clId="Web-{64BCF0F2-91E6-32D0-0087-8B1A9D523060}" dt="2026-07-21T04:58:58.097" v="0"/>
        <pc:sldMkLst>
          <pc:docMk/>
          <pc:sldMk cId="0" sldId="265"/>
        </pc:sldMkLst>
      </pc:sldChg>
    </pc:docChg>
  </pc:docChgLst>
  <pc:docChgLst>
    <pc:chgData name="Vamsi Kalavagunta" userId="S::vamsi.k@embedur.com::3d6f9408-21f9-433c-aab3-b5557db0c3a4" providerId="AD" clId="Web-{1578FDCC-3957-5F07-8A1D-1FEA1509D7CB}"/>
    <pc:docChg chg="addSld delSld modSld">
      <pc:chgData name="Vamsi Kalavagunta" userId="S::vamsi.k@embedur.com::3d6f9408-21f9-433c-aab3-b5557db0c3a4" providerId="AD" clId="Web-{1578FDCC-3957-5F07-8A1D-1FEA1509D7CB}" dt="2026-07-21T04:13:50.139" v="199" actId="1076"/>
      <pc:docMkLst>
        <pc:docMk/>
      </pc:docMkLst>
      <pc:sldChg chg="addSp delSp modSp add del">
        <pc:chgData name="Vamsi Kalavagunta" userId="S::vamsi.k@embedur.com::3d6f9408-21f9-433c-aab3-b5557db0c3a4" providerId="AD" clId="Web-{1578FDCC-3957-5F07-8A1D-1FEA1509D7CB}" dt="2026-07-21T04:13:50.139" v="199" actId="1076"/>
        <pc:sldMkLst>
          <pc:docMk/>
          <pc:sldMk cId="0" sldId="281"/>
        </pc:sldMkLst>
        <pc:spChg chg="mod">
          <ac:chgData name="Vamsi Kalavagunta" userId="S::vamsi.k@embedur.com::3d6f9408-21f9-433c-aab3-b5557db0c3a4" providerId="AD" clId="Web-{1578FDCC-3957-5F07-8A1D-1FEA1509D7CB}" dt="2026-07-21T04:06:24.514" v="50" actId="20577"/>
          <ac:spMkLst>
            <pc:docMk/>
            <pc:sldMk cId="0" sldId="281"/>
            <ac:spMk id="2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6:28.873" v="51" actId="20577"/>
          <ac:spMkLst>
            <pc:docMk/>
            <pc:sldMk cId="0" sldId="281"/>
            <ac:spMk id="3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13:19.669" v="194" actId="20577"/>
          <ac:spMkLst>
            <pc:docMk/>
            <pc:sldMk cId="0" sldId="281"/>
            <ac:spMk id="4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6.640" v="107" actId="1076"/>
          <ac:spMkLst>
            <pc:docMk/>
            <pc:sldMk cId="0" sldId="281"/>
            <ac:spMk id="5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6.671" v="108" actId="1076"/>
          <ac:spMkLst>
            <pc:docMk/>
            <pc:sldMk cId="0" sldId="281"/>
            <ac:spMk id="6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6.702" v="109" actId="1076"/>
          <ac:spMkLst>
            <pc:docMk/>
            <pc:sldMk cId="0" sldId="281"/>
            <ac:spMk id="7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6.734" v="110" actId="1076"/>
          <ac:spMkLst>
            <pc:docMk/>
            <pc:sldMk cId="0" sldId="281"/>
            <ac:spMk id="8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6.781" v="111" actId="1076"/>
          <ac:spMkLst>
            <pc:docMk/>
            <pc:sldMk cId="0" sldId="281"/>
            <ac:spMk id="9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59.360" v="161" actId="20577"/>
          <ac:spMkLst>
            <pc:docMk/>
            <pc:sldMk cId="0" sldId="281"/>
            <ac:spMk id="10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6.859" v="113" actId="1076"/>
          <ac:spMkLst>
            <pc:docMk/>
            <pc:sldMk cId="0" sldId="281"/>
            <ac:spMk id="11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6.890" v="114" actId="1076"/>
          <ac:spMkLst>
            <pc:docMk/>
            <pc:sldMk cId="0" sldId="281"/>
            <ac:spMk id="12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9:18.456" v="163" actId="20577"/>
          <ac:spMkLst>
            <pc:docMk/>
            <pc:sldMk cId="0" sldId="281"/>
            <ac:spMk id="13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6.952" v="116" actId="1076"/>
          <ac:spMkLst>
            <pc:docMk/>
            <pc:sldMk cId="0" sldId="281"/>
            <ac:spMk id="14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6.984" v="117" actId="1076"/>
          <ac:spMkLst>
            <pc:docMk/>
            <pc:sldMk cId="0" sldId="281"/>
            <ac:spMk id="15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015" v="118" actId="1076"/>
          <ac:spMkLst>
            <pc:docMk/>
            <pc:sldMk cId="0" sldId="281"/>
            <ac:spMk id="16" creationId="{00000000-0000-0000-0000-000000000000}"/>
          </ac:spMkLst>
        </pc:spChg>
        <pc:spChg chg="del mod">
          <ac:chgData name="Vamsi Kalavagunta" userId="S::vamsi.k@embedur.com::3d6f9408-21f9-433c-aab3-b5557db0c3a4" providerId="AD" clId="Web-{1578FDCC-3957-5F07-8A1D-1FEA1509D7CB}" dt="2026-07-21T04:09:53.395" v="167"/>
          <ac:spMkLst>
            <pc:docMk/>
            <pc:sldMk cId="0" sldId="281"/>
            <ac:spMk id="17" creationId="{00000000-0000-0000-0000-000000000000}"/>
          </ac:spMkLst>
        </pc:spChg>
        <pc:spChg chg="del mod">
          <ac:chgData name="Vamsi Kalavagunta" userId="S::vamsi.k@embedur.com::3d6f9408-21f9-433c-aab3-b5557db0c3a4" providerId="AD" clId="Web-{1578FDCC-3957-5F07-8A1D-1FEA1509D7CB}" dt="2026-07-21T04:09:50.020" v="166"/>
          <ac:spMkLst>
            <pc:docMk/>
            <pc:sldMk cId="0" sldId="281"/>
            <ac:spMk id="18" creationId="{00000000-0000-0000-0000-000000000000}"/>
          </ac:spMkLst>
        </pc:spChg>
        <pc:spChg chg="del mod">
          <ac:chgData name="Vamsi Kalavagunta" userId="S::vamsi.k@embedur.com::3d6f9408-21f9-433c-aab3-b5557db0c3a4" providerId="AD" clId="Web-{1578FDCC-3957-5F07-8A1D-1FEA1509D7CB}" dt="2026-07-21T04:09:47.817" v="165"/>
          <ac:spMkLst>
            <pc:docMk/>
            <pc:sldMk cId="0" sldId="281"/>
            <ac:spMk id="19" creationId="{00000000-0000-0000-0000-000000000000}"/>
          </ac:spMkLst>
        </pc:spChg>
        <pc:spChg chg="del mod">
          <ac:chgData name="Vamsi Kalavagunta" userId="S::vamsi.k@embedur.com::3d6f9408-21f9-433c-aab3-b5557db0c3a4" providerId="AD" clId="Web-{1578FDCC-3957-5F07-8A1D-1FEA1509D7CB}" dt="2026-07-21T04:10:30.084" v="180"/>
          <ac:spMkLst>
            <pc:docMk/>
            <pc:sldMk cId="0" sldId="281"/>
            <ac:spMk id="20" creationId="{00000000-0000-0000-0000-000000000000}"/>
          </ac:spMkLst>
        </pc:spChg>
        <pc:spChg chg="del mod">
          <ac:chgData name="Vamsi Kalavagunta" userId="S::vamsi.k@embedur.com::3d6f9408-21f9-433c-aab3-b5557db0c3a4" providerId="AD" clId="Web-{1578FDCC-3957-5F07-8A1D-1FEA1509D7CB}" dt="2026-07-21T04:10:30.084" v="179"/>
          <ac:spMkLst>
            <pc:docMk/>
            <pc:sldMk cId="0" sldId="281"/>
            <ac:spMk id="21" creationId="{00000000-0000-0000-0000-000000000000}"/>
          </ac:spMkLst>
        </pc:spChg>
        <pc:spChg chg="del mod">
          <ac:chgData name="Vamsi Kalavagunta" userId="S::vamsi.k@embedur.com::3d6f9408-21f9-433c-aab3-b5557db0c3a4" providerId="AD" clId="Web-{1578FDCC-3957-5F07-8A1D-1FEA1509D7CB}" dt="2026-07-21T04:10:30.084" v="178"/>
          <ac:spMkLst>
            <pc:docMk/>
            <pc:sldMk cId="0" sldId="281"/>
            <ac:spMk id="22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10:38.319" v="181" actId="1076"/>
          <ac:spMkLst>
            <pc:docMk/>
            <pc:sldMk cId="0" sldId="281"/>
            <ac:spMk id="23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10:38.335" v="182" actId="1076"/>
          <ac:spMkLst>
            <pc:docMk/>
            <pc:sldMk cId="0" sldId="281"/>
            <ac:spMk id="24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10:38.366" v="183" actId="1076"/>
          <ac:spMkLst>
            <pc:docMk/>
            <pc:sldMk cId="0" sldId="281"/>
            <ac:spMk id="25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281" v="128" actId="1076"/>
          <ac:spMkLst>
            <pc:docMk/>
            <pc:sldMk cId="0" sldId="281"/>
            <ac:spMk id="26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312" v="129" actId="1076"/>
          <ac:spMkLst>
            <pc:docMk/>
            <pc:sldMk cId="0" sldId="281"/>
            <ac:spMk id="27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327" v="130" actId="1076"/>
          <ac:spMkLst>
            <pc:docMk/>
            <pc:sldMk cId="0" sldId="281"/>
            <ac:spMk id="28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374" v="131" actId="1076"/>
          <ac:spMkLst>
            <pc:docMk/>
            <pc:sldMk cId="0" sldId="281"/>
            <ac:spMk id="29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390" v="132" actId="1076"/>
          <ac:spMkLst>
            <pc:docMk/>
            <pc:sldMk cId="0" sldId="281"/>
            <ac:spMk id="30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437" v="133" actId="1076"/>
          <ac:spMkLst>
            <pc:docMk/>
            <pc:sldMk cId="0" sldId="281"/>
            <ac:spMk id="31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468" v="134" actId="1076"/>
          <ac:spMkLst>
            <pc:docMk/>
            <pc:sldMk cId="0" sldId="281"/>
            <ac:spMk id="32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484" v="135" actId="1076"/>
          <ac:spMkLst>
            <pc:docMk/>
            <pc:sldMk cId="0" sldId="281"/>
            <ac:spMk id="33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531" v="136" actId="1076"/>
          <ac:spMkLst>
            <pc:docMk/>
            <pc:sldMk cId="0" sldId="281"/>
            <ac:spMk id="34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546" v="137" actId="1076"/>
          <ac:spMkLst>
            <pc:docMk/>
            <pc:sldMk cId="0" sldId="281"/>
            <ac:spMk id="35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577" v="138" actId="1076"/>
          <ac:spMkLst>
            <pc:docMk/>
            <pc:sldMk cId="0" sldId="281"/>
            <ac:spMk id="36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609" v="139" actId="1076"/>
          <ac:spMkLst>
            <pc:docMk/>
            <pc:sldMk cId="0" sldId="281"/>
            <ac:spMk id="37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640" v="140" actId="1076"/>
          <ac:spMkLst>
            <pc:docMk/>
            <pc:sldMk cId="0" sldId="281"/>
            <ac:spMk id="38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656" v="141" actId="1076"/>
          <ac:spMkLst>
            <pc:docMk/>
            <pc:sldMk cId="0" sldId="281"/>
            <ac:spMk id="39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687" v="142" actId="1076"/>
          <ac:spMkLst>
            <pc:docMk/>
            <pc:sldMk cId="0" sldId="281"/>
            <ac:spMk id="40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734" v="143" actId="1076"/>
          <ac:spMkLst>
            <pc:docMk/>
            <pc:sldMk cId="0" sldId="281"/>
            <ac:spMk id="41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765" v="144" actId="1076"/>
          <ac:spMkLst>
            <pc:docMk/>
            <pc:sldMk cId="0" sldId="281"/>
            <ac:spMk id="42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827" v="145" actId="1076"/>
          <ac:spMkLst>
            <pc:docMk/>
            <pc:sldMk cId="0" sldId="281"/>
            <ac:spMk id="43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890" v="146" actId="1076"/>
          <ac:spMkLst>
            <pc:docMk/>
            <pc:sldMk cId="0" sldId="281"/>
            <ac:spMk id="44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937" v="147" actId="1076"/>
          <ac:spMkLst>
            <pc:docMk/>
            <pc:sldMk cId="0" sldId="281"/>
            <ac:spMk id="45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952" v="148" actId="1076"/>
          <ac:spMkLst>
            <pc:docMk/>
            <pc:sldMk cId="0" sldId="281"/>
            <ac:spMk id="46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7.984" v="149" actId="1076"/>
          <ac:spMkLst>
            <pc:docMk/>
            <pc:sldMk cId="0" sldId="281"/>
            <ac:spMk id="47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8.015" v="150" actId="1076"/>
          <ac:spMkLst>
            <pc:docMk/>
            <pc:sldMk cId="0" sldId="281"/>
            <ac:spMk id="48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8.093" v="151" actId="1076"/>
          <ac:spMkLst>
            <pc:docMk/>
            <pc:sldMk cId="0" sldId="281"/>
            <ac:spMk id="49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8.156" v="152" actId="1076"/>
          <ac:spMkLst>
            <pc:docMk/>
            <pc:sldMk cId="0" sldId="281"/>
            <ac:spMk id="50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8.171" v="153" actId="1076"/>
          <ac:spMkLst>
            <pc:docMk/>
            <pc:sldMk cId="0" sldId="281"/>
            <ac:spMk id="51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8.218" v="154" actId="1076"/>
          <ac:spMkLst>
            <pc:docMk/>
            <pc:sldMk cId="0" sldId="281"/>
            <ac:spMk id="52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8.249" v="155" actId="1076"/>
          <ac:spMkLst>
            <pc:docMk/>
            <pc:sldMk cId="0" sldId="281"/>
            <ac:spMk id="53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8.265" v="156" actId="1076"/>
          <ac:spMkLst>
            <pc:docMk/>
            <pc:sldMk cId="0" sldId="281"/>
            <ac:spMk id="54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8.296" v="157" actId="1076"/>
          <ac:spMkLst>
            <pc:docMk/>
            <pc:sldMk cId="0" sldId="281"/>
            <ac:spMk id="55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7:08.327" v="158" actId="1076"/>
          <ac:spMkLst>
            <pc:docMk/>
            <pc:sldMk cId="0" sldId="281"/>
            <ac:spMk id="56" creationId="{00000000-0000-0000-0000-000000000000}"/>
          </ac:spMkLst>
        </pc:spChg>
        <pc:spChg chg="del mod">
          <ac:chgData name="Vamsi Kalavagunta" userId="S::vamsi.k@embedur.com::3d6f9408-21f9-433c-aab3-b5557db0c3a4" providerId="AD" clId="Web-{1578FDCC-3957-5F07-8A1D-1FEA1509D7CB}" dt="2026-07-21T04:10:10.568" v="174"/>
          <ac:spMkLst>
            <pc:docMk/>
            <pc:sldMk cId="0" sldId="281"/>
            <ac:spMk id="57" creationId="{00000000-0000-0000-0000-000000000000}"/>
          </ac:spMkLst>
        </pc:spChg>
        <pc:spChg chg="del mod">
          <ac:chgData name="Vamsi Kalavagunta" userId="S::vamsi.k@embedur.com::3d6f9408-21f9-433c-aab3-b5557db0c3a4" providerId="AD" clId="Web-{1578FDCC-3957-5F07-8A1D-1FEA1509D7CB}" dt="2026-07-21T04:10:16.099" v="176"/>
          <ac:spMkLst>
            <pc:docMk/>
            <pc:sldMk cId="0" sldId="281"/>
            <ac:spMk id="58" creationId="{00000000-0000-0000-0000-000000000000}"/>
          </ac:spMkLst>
        </pc:spChg>
        <pc:spChg chg="add mod">
          <ac:chgData name="Vamsi Kalavagunta" userId="S::vamsi.k@embedur.com::3d6f9408-21f9-433c-aab3-b5557db0c3a4" providerId="AD" clId="Web-{1578FDCC-3957-5F07-8A1D-1FEA1509D7CB}" dt="2026-07-21T04:13:50.139" v="199" actId="1076"/>
          <ac:spMkLst>
            <pc:docMk/>
            <pc:sldMk cId="0" sldId="281"/>
            <ac:spMk id="59" creationId="{743B8F2F-7490-0610-998E-29477C1E0C97}"/>
          </ac:spMkLst>
        </pc:spChg>
      </pc:sldChg>
      <pc:sldChg chg="del">
        <pc:chgData name="Vamsi Kalavagunta" userId="S::vamsi.k@embedur.com::3d6f9408-21f9-433c-aab3-b5557db0c3a4" providerId="AD" clId="Web-{1578FDCC-3957-5F07-8A1D-1FEA1509D7CB}" dt="2026-07-21T04:03:46.401" v="1"/>
        <pc:sldMkLst>
          <pc:docMk/>
          <pc:sldMk cId="323035998" sldId="281"/>
        </pc:sldMkLst>
      </pc:sldChg>
      <pc:sldChg chg="delSp modSp add">
        <pc:chgData name="Vamsi Kalavagunta" userId="S::vamsi.k@embedur.com::3d6f9408-21f9-433c-aab3-b5557db0c3a4" providerId="AD" clId="Web-{1578FDCC-3957-5F07-8A1D-1FEA1509D7CB}" dt="2026-07-21T04:10:22.615" v="177"/>
        <pc:sldMkLst>
          <pc:docMk/>
          <pc:sldMk cId="2203072165" sldId="282"/>
        </pc:sldMkLst>
        <pc:spChg chg="del mod">
          <ac:chgData name="Vamsi Kalavagunta" userId="S::vamsi.k@embedur.com::3d6f9408-21f9-433c-aab3-b5557db0c3a4" providerId="AD" clId="Web-{1578FDCC-3957-5F07-8A1D-1FEA1509D7CB}" dt="2026-07-21T04:04:24.277" v="14"/>
          <ac:spMkLst>
            <pc:docMk/>
            <pc:sldMk cId="2203072165" sldId="282"/>
            <ac:spMk id="2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4:38.855" v="18" actId="1076"/>
          <ac:spMkLst>
            <pc:docMk/>
            <pc:sldMk cId="2203072165" sldId="282"/>
            <ac:spMk id="3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5:02.387" v="30" actId="1076"/>
          <ac:spMkLst>
            <pc:docMk/>
            <pc:sldMk cId="2203072165" sldId="282"/>
            <ac:spMk id="4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4:38.871" v="20" actId="1076"/>
          <ac:spMkLst>
            <pc:docMk/>
            <pc:sldMk cId="2203072165" sldId="282"/>
            <ac:spMk id="5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4:57.887" v="29" actId="20577"/>
          <ac:spMkLst>
            <pc:docMk/>
            <pc:sldMk cId="2203072165" sldId="282"/>
            <ac:spMk id="6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5:02.387" v="31" actId="1076"/>
          <ac:spMkLst>
            <pc:docMk/>
            <pc:sldMk cId="2203072165" sldId="282"/>
            <ac:spMk id="7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5:06.325" v="37" actId="20577"/>
          <ac:spMkLst>
            <pc:docMk/>
            <pc:sldMk cId="2203072165" sldId="282"/>
            <ac:spMk id="8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5:13.497" v="38" actId="20577"/>
          <ac:spMkLst>
            <pc:docMk/>
            <pc:sldMk cId="2203072165" sldId="282"/>
            <ac:spMk id="9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5:18.700" v="39" actId="20577"/>
          <ac:spMkLst>
            <pc:docMk/>
            <pc:sldMk cId="2203072165" sldId="282"/>
            <ac:spMk id="10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5:25.044" v="40" actId="20577"/>
          <ac:spMkLst>
            <pc:docMk/>
            <pc:sldMk cId="2203072165" sldId="282"/>
            <ac:spMk id="11" creationId="{00000000-0000-0000-0000-000000000000}"/>
          </ac:spMkLst>
        </pc:spChg>
        <pc:spChg chg="mod">
          <ac:chgData name="Vamsi Kalavagunta" userId="S::vamsi.k@embedur.com::3d6f9408-21f9-433c-aab3-b5557db0c3a4" providerId="AD" clId="Web-{1578FDCC-3957-5F07-8A1D-1FEA1509D7CB}" dt="2026-07-21T04:05:34.919" v="42" actId="1076"/>
          <ac:spMkLst>
            <pc:docMk/>
            <pc:sldMk cId="2203072165" sldId="282"/>
            <ac:spMk id="12" creationId="{00000000-0000-0000-0000-000000000000}"/>
          </ac:spMkLst>
        </pc:spChg>
        <pc:spChg chg="del mod">
          <ac:chgData name="Vamsi Kalavagunta" userId="S::vamsi.k@embedur.com::3d6f9408-21f9-433c-aab3-b5557db0c3a4" providerId="AD" clId="Web-{1578FDCC-3957-5F07-8A1D-1FEA1509D7CB}" dt="2026-07-21T04:10:22.615" v="177"/>
          <ac:spMkLst>
            <pc:docMk/>
            <pc:sldMk cId="2203072165" sldId="282"/>
            <ac:spMk id="13" creationId="{00000000-0000-0000-0000-000000000000}"/>
          </ac:spMkLst>
        </pc:spChg>
      </pc:sldChg>
    </pc:docChg>
  </pc:docChgLst>
  <pc:docChgLst>
    <pc:chgData clId="Web-{6342E601-2877-CE84-2002-96C453EFB117}"/>
    <pc:docChg chg="modSld">
      <pc:chgData name="" userId="" providerId="" clId="Web-{6342E601-2877-CE84-2002-96C453EFB117}" dt="2026-07-21T04:14:39.405" v="6" actId="1076"/>
      <pc:docMkLst>
        <pc:docMk/>
      </pc:docMkLst>
      <pc:sldChg chg="addSp modSp">
        <pc:chgData name="" userId="" providerId="" clId="Web-{6342E601-2877-CE84-2002-96C453EFB117}" dt="2026-07-21T04:14:39.405" v="6" actId="1076"/>
        <pc:sldMkLst>
          <pc:docMk/>
          <pc:sldMk cId="0" sldId="281"/>
        </pc:sldMkLst>
        <pc:spChg chg="add mod">
          <ac:chgData name="" userId="" providerId="" clId="Web-{6342E601-2877-CE84-2002-96C453EFB117}" dt="2026-07-21T04:14:33.108" v="3" actId="1076"/>
          <ac:spMkLst>
            <pc:docMk/>
            <pc:sldMk cId="0" sldId="281"/>
            <ac:spMk id="17" creationId="{A143650F-2D70-059C-6968-C1B3AB6B9461}"/>
          </ac:spMkLst>
        </pc:spChg>
        <pc:spChg chg="add mod">
          <ac:chgData name="" userId="" providerId="" clId="Web-{6342E601-2877-CE84-2002-96C453EFB117}" dt="2026-07-21T04:14:39.405" v="6" actId="1076"/>
          <ac:spMkLst>
            <pc:docMk/>
            <pc:sldMk cId="0" sldId="281"/>
            <ac:spMk id="18" creationId="{8D03F1FF-531B-8888-F98A-C20FB8808AD5}"/>
          </ac:spMkLst>
        </pc:spChg>
        <pc:spChg chg="add mod">
          <ac:chgData name="" userId="" providerId="" clId="Web-{6342E601-2877-CE84-2002-96C453EFB117}" dt="2026-07-21T04:14:33.170" v="5" actId="1076"/>
          <ac:spMkLst>
            <pc:docMk/>
            <pc:sldMk cId="0" sldId="281"/>
            <ac:spMk id="19" creationId="{D05F6E44-012E-7028-1A88-2DE441544481}"/>
          </ac:spMkLst>
        </pc:spChg>
      </pc:sldChg>
    </pc:docChg>
  </pc:docChgLst>
  <pc:docChgLst>
    <pc:chgData clId="Web-{D2BDC157-81BA-BCE0-9C7E-95E00344CA5B}"/>
    <pc:docChg chg="addSld delSld modSld">
      <pc:chgData name="" userId="" providerId="" clId="Web-{D2BDC157-81BA-BCE0-9C7E-95E00344CA5B}" dt="2026-07-20T16:40:04.500" v="790" actId="1076"/>
      <pc:docMkLst>
        <pc:docMk/>
      </pc:docMkLst>
      <pc:sldChg chg="mod modShow">
        <pc:chgData name="" userId="" providerId="" clId="Web-{D2BDC157-81BA-BCE0-9C7E-95E00344CA5B}" dt="2026-07-20T16:04:09.994" v="2"/>
        <pc:sldMkLst>
          <pc:docMk/>
          <pc:sldMk cId="0" sldId="265"/>
        </pc:sldMkLst>
      </pc:sldChg>
      <pc:sldChg chg="delSp modSp">
        <pc:chgData name="" userId="" providerId="" clId="Web-{D2BDC157-81BA-BCE0-9C7E-95E00344CA5B}" dt="2026-07-20T16:36:23.077" v="665" actId="20577"/>
        <pc:sldMkLst>
          <pc:docMk/>
          <pc:sldMk cId="0" sldId="266"/>
        </pc:sldMkLst>
        <pc:spChg chg="mod">
          <ac:chgData name="" userId="" providerId="" clId="Web-{D2BDC157-81BA-BCE0-9C7E-95E00344CA5B}" dt="2026-07-20T16:36:23.077" v="665" actId="20577"/>
          <ac:spMkLst>
            <pc:docMk/>
            <pc:sldMk cId="0" sldId="266"/>
            <ac:spMk id="2" creationId="{00000000-0000-0000-0000-000000000000}"/>
          </ac:spMkLst>
        </pc:spChg>
        <pc:spChg chg="mod">
          <ac:chgData name="" userId="" providerId="" clId="Web-{D2BDC157-81BA-BCE0-9C7E-95E00344CA5B}" dt="2026-07-20T16:32:23.936" v="566" actId="1076"/>
          <ac:spMkLst>
            <pc:docMk/>
            <pc:sldMk cId="0" sldId="266"/>
            <ac:spMk id="3" creationId="{00000000-0000-0000-0000-000000000000}"/>
          </ac:spMkLst>
        </pc:spChg>
        <pc:spChg chg="mod">
          <ac:chgData name="" userId="" providerId="" clId="Web-{D2BDC157-81BA-BCE0-9C7E-95E00344CA5B}" dt="2026-07-20T16:09:25.057" v="150" actId="20577"/>
          <ac:spMkLst>
            <pc:docMk/>
            <pc:sldMk cId="0" sldId="266"/>
            <ac:spMk id="4" creationId="{00000000-0000-0000-0000-000000000000}"/>
          </ac:spMkLst>
        </pc:spChg>
        <pc:spChg chg="del mod">
          <ac:chgData name="" userId="" providerId="" clId="Web-{D2BDC157-81BA-BCE0-9C7E-95E00344CA5B}" dt="2026-07-20T16:06:46.416" v="67"/>
          <ac:spMkLst>
            <pc:docMk/>
            <pc:sldMk cId="0" sldId="266"/>
            <ac:spMk id="5" creationId="{00000000-0000-0000-0000-000000000000}"/>
          </ac:spMkLst>
        </pc:spChg>
        <pc:spChg chg="mod">
          <ac:chgData name="" userId="" providerId="" clId="Web-{D2BDC157-81BA-BCE0-9C7E-95E00344CA5B}" dt="2026-07-20T16:06:24.150" v="20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" userId="" providerId="" clId="Web-{D2BDC157-81BA-BCE0-9C7E-95E00344CA5B}" dt="2026-07-20T16:12:03.635" v="238" actId="14100"/>
          <ac:spMkLst>
            <pc:docMk/>
            <pc:sldMk cId="0" sldId="266"/>
            <ac:spMk id="7" creationId="{00000000-0000-0000-0000-000000000000}"/>
          </ac:spMkLst>
        </pc:spChg>
        <pc:spChg chg="mod">
          <ac:chgData name="" userId="" providerId="" clId="Web-{D2BDC157-81BA-BCE0-9C7E-95E00344CA5B}" dt="2026-07-20T16:08:37.791" v="141" actId="14100"/>
          <ac:spMkLst>
            <pc:docMk/>
            <pc:sldMk cId="0" sldId="266"/>
            <ac:spMk id="8" creationId="{00000000-0000-0000-0000-000000000000}"/>
          </ac:spMkLst>
        </pc:spChg>
        <pc:spChg chg="mod">
          <ac:chgData name="" userId="" providerId="" clId="Web-{D2BDC157-81BA-BCE0-9C7E-95E00344CA5B}" dt="2026-07-20T16:08:37.807" v="142" actId="14100"/>
          <ac:spMkLst>
            <pc:docMk/>
            <pc:sldMk cId="0" sldId="266"/>
            <ac:spMk id="9" creationId="{00000000-0000-0000-0000-000000000000}"/>
          </ac:spMkLst>
        </pc:spChg>
        <pc:spChg chg="mod">
          <ac:chgData name="" userId="" providerId="" clId="Web-{D2BDC157-81BA-BCE0-9C7E-95E00344CA5B}" dt="2026-07-20T16:08:54.682" v="149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" userId="" providerId="" clId="Web-{D2BDC157-81BA-BCE0-9C7E-95E00344CA5B}" dt="2026-07-20T16:08:37.823" v="144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" userId="" providerId="" clId="Web-{D2BDC157-81BA-BCE0-9C7E-95E00344CA5B}" dt="2026-07-20T16:08:43.885" v="147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" userId="" providerId="" clId="Web-{D2BDC157-81BA-BCE0-9C7E-95E00344CA5B}" dt="2026-07-20T16:08:48.276" v="148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" userId="" providerId="" clId="Web-{D2BDC157-81BA-BCE0-9C7E-95E00344CA5B}" dt="2026-07-20T16:12:11.464" v="239" actId="14100"/>
          <ac:spMkLst>
            <pc:docMk/>
            <pc:sldMk cId="0" sldId="266"/>
            <ac:spMk id="14" creationId="{00000000-0000-0000-0000-000000000000}"/>
          </ac:spMkLst>
        </pc:spChg>
        <pc:spChg chg="mod">
          <ac:chgData name="" userId="" providerId="" clId="Web-{D2BDC157-81BA-BCE0-9C7E-95E00344CA5B}" dt="2026-07-20T16:07:49.119" v="102" actId="14100"/>
          <ac:spMkLst>
            <pc:docMk/>
            <pc:sldMk cId="0" sldId="266"/>
            <ac:spMk id="15" creationId="{00000000-0000-0000-0000-000000000000}"/>
          </ac:spMkLst>
        </pc:spChg>
        <pc:spChg chg="mod">
          <ac:chgData name="" userId="" providerId="" clId="Web-{D2BDC157-81BA-BCE0-9C7E-95E00344CA5B}" dt="2026-07-20T16:07:49.135" v="103" actId="14100"/>
          <ac:spMkLst>
            <pc:docMk/>
            <pc:sldMk cId="0" sldId="266"/>
            <ac:spMk id="16" creationId="{00000000-0000-0000-0000-000000000000}"/>
          </ac:spMkLst>
        </pc:spChg>
        <pc:spChg chg="mod">
          <ac:chgData name="" userId="" providerId="" clId="Web-{D2BDC157-81BA-BCE0-9C7E-95E00344CA5B}" dt="2026-07-20T16:07:49.151" v="104" actId="14100"/>
          <ac:spMkLst>
            <pc:docMk/>
            <pc:sldMk cId="0" sldId="266"/>
            <ac:spMk id="17" creationId="{00000000-0000-0000-0000-000000000000}"/>
          </ac:spMkLst>
        </pc:spChg>
        <pc:spChg chg="mod">
          <ac:chgData name="" userId="" providerId="" clId="Web-{D2BDC157-81BA-BCE0-9C7E-95E00344CA5B}" dt="2026-07-20T16:07:49.151" v="105" actId="14100"/>
          <ac:spMkLst>
            <pc:docMk/>
            <pc:sldMk cId="0" sldId="266"/>
            <ac:spMk id="18" creationId="{00000000-0000-0000-0000-000000000000}"/>
          </ac:spMkLst>
        </pc:spChg>
        <pc:spChg chg="mod">
          <ac:chgData name="" userId="" providerId="" clId="Web-{D2BDC157-81BA-BCE0-9C7E-95E00344CA5B}" dt="2026-07-20T16:07:53.151" v="108" actId="1076"/>
          <ac:spMkLst>
            <pc:docMk/>
            <pc:sldMk cId="0" sldId="266"/>
            <ac:spMk id="19" creationId="{00000000-0000-0000-0000-000000000000}"/>
          </ac:spMkLst>
        </pc:spChg>
        <pc:spChg chg="mod">
          <ac:chgData name="" userId="" providerId="" clId="Web-{D2BDC157-81BA-BCE0-9C7E-95E00344CA5B}" dt="2026-07-20T16:07:59.432" v="109" actId="1076"/>
          <ac:spMkLst>
            <pc:docMk/>
            <pc:sldMk cId="0" sldId="266"/>
            <ac:spMk id="20" creationId="{00000000-0000-0000-0000-000000000000}"/>
          </ac:spMkLst>
        </pc:spChg>
        <pc:spChg chg="mod">
          <ac:chgData name="" userId="" providerId="" clId="Web-{D2BDC157-81BA-BCE0-9C7E-95E00344CA5B}" dt="2026-07-20T16:07:12.791" v="73" actId="14100"/>
          <ac:spMkLst>
            <pc:docMk/>
            <pc:sldMk cId="0" sldId="266"/>
            <ac:spMk id="21" creationId="{00000000-0000-0000-0000-000000000000}"/>
          </ac:spMkLst>
        </pc:spChg>
        <pc:spChg chg="mod">
          <ac:chgData name="" userId="" providerId="" clId="Web-{D2BDC157-81BA-BCE0-9C7E-95E00344CA5B}" dt="2026-07-20T16:07:12.791" v="74" actId="14100"/>
          <ac:spMkLst>
            <pc:docMk/>
            <pc:sldMk cId="0" sldId="266"/>
            <ac:spMk id="22" creationId="{00000000-0000-0000-0000-000000000000}"/>
          </ac:spMkLst>
        </pc:spChg>
        <pc:spChg chg="mod">
          <ac:chgData name="" userId="" providerId="" clId="Web-{D2BDC157-81BA-BCE0-9C7E-95E00344CA5B}" dt="2026-07-20T16:07:12.807" v="75" actId="14100"/>
          <ac:spMkLst>
            <pc:docMk/>
            <pc:sldMk cId="0" sldId="266"/>
            <ac:spMk id="23" creationId="{00000000-0000-0000-0000-000000000000}"/>
          </ac:spMkLst>
        </pc:spChg>
        <pc:spChg chg="mod">
          <ac:chgData name="" userId="" providerId="" clId="Web-{D2BDC157-81BA-BCE0-9C7E-95E00344CA5B}" dt="2026-07-20T16:07:12.822" v="76" actId="14100"/>
          <ac:spMkLst>
            <pc:docMk/>
            <pc:sldMk cId="0" sldId="266"/>
            <ac:spMk id="24" creationId="{00000000-0000-0000-0000-000000000000}"/>
          </ac:spMkLst>
        </pc:spChg>
        <pc:spChg chg="mod">
          <ac:chgData name="" userId="" providerId="" clId="Web-{D2BDC157-81BA-BCE0-9C7E-95E00344CA5B}" dt="2026-07-20T16:07:12.838" v="77" actId="14100"/>
          <ac:spMkLst>
            <pc:docMk/>
            <pc:sldMk cId="0" sldId="266"/>
            <ac:spMk id="25" creationId="{00000000-0000-0000-0000-000000000000}"/>
          </ac:spMkLst>
        </pc:spChg>
        <pc:spChg chg="mod">
          <ac:chgData name="" userId="" providerId="" clId="Web-{D2BDC157-81BA-BCE0-9C7E-95E00344CA5B}" dt="2026-07-20T16:07:20.572" v="78" actId="1076"/>
          <ac:spMkLst>
            <pc:docMk/>
            <pc:sldMk cId="0" sldId="266"/>
            <ac:spMk id="26" creationId="{00000000-0000-0000-0000-000000000000}"/>
          </ac:spMkLst>
        </pc:spChg>
        <pc:spChg chg="mod">
          <ac:chgData name="" userId="" providerId="" clId="Web-{D2BDC157-81BA-BCE0-9C7E-95E00344CA5B}" dt="2026-07-20T16:07:26.588" v="79" actId="1076"/>
          <ac:spMkLst>
            <pc:docMk/>
            <pc:sldMk cId="0" sldId="266"/>
            <ac:spMk id="27" creationId="{00000000-0000-0000-0000-000000000000}"/>
          </ac:spMkLst>
        </pc:spChg>
      </pc:sldChg>
      <pc:sldChg chg="delSp modSp add del">
        <pc:chgData name="" userId="" providerId="" clId="Web-{D2BDC157-81BA-BCE0-9C7E-95E00344CA5B}" dt="2026-07-20T16:31:57.014" v="563"/>
        <pc:sldMkLst>
          <pc:docMk/>
          <pc:sldMk cId="0" sldId="267"/>
        </pc:sldMkLst>
        <pc:spChg chg="mod">
          <ac:chgData name="" userId="" providerId="" clId="Web-{D2BDC157-81BA-BCE0-9C7E-95E00344CA5B}" dt="2026-07-20T16:31:17.405" v="559" actId="20577"/>
          <ac:spMkLst>
            <pc:docMk/>
            <pc:sldMk cId="0" sldId="267"/>
            <ac:spMk id="2" creationId="{00000000-0000-0000-0000-000000000000}"/>
          </ac:spMkLst>
        </pc:spChg>
        <pc:spChg chg="mod">
          <ac:chgData name="" userId="" providerId="" clId="Web-{D2BDC157-81BA-BCE0-9C7E-95E00344CA5B}" dt="2026-07-20T16:31:33.077" v="560" actId="1076"/>
          <ac:spMkLst>
            <pc:docMk/>
            <pc:sldMk cId="0" sldId="267"/>
            <ac:spMk id="3" creationId="{00000000-0000-0000-0000-000000000000}"/>
          </ac:spMkLst>
        </pc:spChg>
        <pc:spChg chg="mod">
          <ac:chgData name="" userId="" providerId="" clId="Web-{D2BDC157-81BA-BCE0-9C7E-95E00344CA5B}" dt="2026-07-20T16:10:47.604" v="228" actId="20577"/>
          <ac:spMkLst>
            <pc:docMk/>
            <pc:sldMk cId="0" sldId="267"/>
            <ac:spMk id="4" creationId="{00000000-0000-0000-0000-000000000000}"/>
          </ac:spMkLst>
        </pc:spChg>
        <pc:spChg chg="del mod">
          <ac:chgData name="" userId="" providerId="" clId="Web-{D2BDC157-81BA-BCE0-9C7E-95E00344CA5B}" dt="2026-07-20T16:10:06.729" v="201"/>
          <ac:spMkLst>
            <pc:docMk/>
            <pc:sldMk cId="0" sldId="267"/>
            <ac:spMk id="5" creationId="{00000000-0000-0000-0000-000000000000}"/>
          </ac:spMkLst>
        </pc:spChg>
        <pc:spChg chg="del mod">
          <ac:chgData name="" userId="" providerId="" clId="Web-{D2BDC157-81BA-BCE0-9C7E-95E00344CA5B}" dt="2026-07-20T16:31:57.014" v="563"/>
          <ac:spMkLst>
            <pc:docMk/>
            <pc:sldMk cId="0" sldId="267"/>
            <ac:spMk id="6" creationId="{00000000-0000-0000-0000-000000000000}"/>
          </ac:spMkLst>
        </pc:spChg>
        <pc:spChg chg="mod">
          <ac:chgData name="" userId="" providerId="" clId="Web-{D2BDC157-81BA-BCE0-9C7E-95E00344CA5B}" dt="2026-07-20T16:10:43.620" v="209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" userId="" providerId="" clId="Web-{D2BDC157-81BA-BCE0-9C7E-95E00344CA5B}" dt="2026-07-20T16:10:43.635" v="210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" userId="" providerId="" clId="Web-{D2BDC157-81BA-BCE0-9C7E-95E00344CA5B}" dt="2026-07-20T16:10:43.651" v="211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" userId="" providerId="" clId="Web-{D2BDC157-81BA-BCE0-9C7E-95E00344CA5B}" dt="2026-07-20T16:10:43.667" v="212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" userId="" providerId="" clId="Web-{D2BDC157-81BA-BCE0-9C7E-95E00344CA5B}" dt="2026-07-20T16:10:43.667" v="213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" userId="" providerId="" clId="Web-{D2BDC157-81BA-BCE0-9C7E-95E00344CA5B}" dt="2026-07-20T16:10:43.682" v="214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" userId="" providerId="" clId="Web-{D2BDC157-81BA-BCE0-9C7E-95E00344CA5B}" dt="2026-07-20T16:10:43.698" v="215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" userId="" providerId="" clId="Web-{D2BDC157-81BA-BCE0-9C7E-95E00344CA5B}" dt="2026-07-20T16:11:07.870" v="229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" userId="" providerId="" clId="Web-{D2BDC157-81BA-BCE0-9C7E-95E00344CA5B}" dt="2026-07-20T16:11:11.667" v="230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" userId="" providerId="" clId="Web-{D2BDC157-81BA-BCE0-9C7E-95E00344CA5B}" dt="2026-07-20T16:10:43.745" v="218" actId="107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" userId="" providerId="" clId="Web-{D2BDC157-81BA-BCE0-9C7E-95E00344CA5B}" dt="2026-07-20T16:10:43.760" v="219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" userId="" providerId="" clId="Web-{D2BDC157-81BA-BCE0-9C7E-95E00344CA5B}" dt="2026-07-20T16:10:43.760" v="220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" userId="" providerId="" clId="Web-{D2BDC157-81BA-BCE0-9C7E-95E00344CA5B}" dt="2026-07-20T16:10:43.776" v="221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" userId="" providerId="" clId="Web-{D2BDC157-81BA-BCE0-9C7E-95E00344CA5B}" dt="2026-07-20T16:10:43.792" v="222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" userId="" providerId="" clId="Web-{D2BDC157-81BA-BCE0-9C7E-95E00344CA5B}" dt="2026-07-20T16:10:43.807" v="223" actId="1076"/>
          <ac:spMkLst>
            <pc:docMk/>
            <pc:sldMk cId="0" sldId="267"/>
            <ac:spMk id="21" creationId="{00000000-0000-0000-0000-000000000000}"/>
          </ac:spMkLst>
        </pc:spChg>
        <pc:spChg chg="del mod">
          <ac:chgData name="" userId="" providerId="" clId="Web-{D2BDC157-81BA-BCE0-9C7E-95E00344CA5B}" dt="2026-07-20T16:11:37.729" v="236"/>
          <ac:spMkLst>
            <pc:docMk/>
            <pc:sldMk cId="0" sldId="267"/>
            <ac:spMk id="22" creationId="{00000000-0000-0000-0000-000000000000}"/>
          </ac:spMkLst>
        </pc:spChg>
        <pc:spChg chg="del mod">
          <ac:chgData name="" userId="" providerId="" clId="Web-{D2BDC157-81BA-BCE0-9C7E-95E00344CA5B}" dt="2026-07-20T16:11:42.526" v="237"/>
          <ac:spMkLst>
            <pc:docMk/>
            <pc:sldMk cId="0" sldId="267"/>
            <ac:spMk id="23" creationId="{00000000-0000-0000-0000-000000000000}"/>
          </ac:spMkLst>
        </pc:spChg>
        <pc:spChg chg="mod">
          <ac:chgData name="" userId="" providerId="" clId="Web-{D2BDC157-81BA-BCE0-9C7E-95E00344CA5B}" dt="2026-07-20T16:10:43.823" v="224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" userId="" providerId="" clId="Web-{D2BDC157-81BA-BCE0-9C7E-95E00344CA5B}" dt="2026-07-20T16:11:15.838" v="231" actId="107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" userId="" providerId="" clId="Web-{D2BDC157-81BA-BCE0-9C7E-95E00344CA5B}" dt="2026-07-20T16:11:22.495" v="233" actId="1076"/>
          <ac:spMkLst>
            <pc:docMk/>
            <pc:sldMk cId="0" sldId="267"/>
            <ac:spMk id="26" creationId="{00000000-0000-0000-0000-000000000000}"/>
          </ac:spMkLst>
        </pc:spChg>
        <pc:spChg chg="del mod">
          <ac:chgData name="" userId="" providerId="" clId="Web-{D2BDC157-81BA-BCE0-9C7E-95E00344CA5B}" dt="2026-07-20T16:31:54.671" v="562"/>
          <ac:spMkLst>
            <pc:docMk/>
            <pc:sldMk cId="0" sldId="267"/>
            <ac:spMk id="27" creationId="{00000000-0000-0000-0000-000000000000}"/>
          </ac:spMkLst>
        </pc:spChg>
      </pc:sldChg>
      <pc:sldChg chg="delSp modSp add del">
        <pc:chgData name="" userId="" providerId="" clId="Web-{D2BDC157-81BA-BCE0-9C7E-95E00344CA5B}" dt="2026-07-20T16:29:12.529" v="490" actId="20577"/>
        <pc:sldMkLst>
          <pc:docMk/>
          <pc:sldMk cId="0" sldId="268"/>
        </pc:sldMkLst>
        <pc:spChg chg="mod">
          <ac:chgData name="" userId="" providerId="" clId="Web-{D2BDC157-81BA-BCE0-9C7E-95E00344CA5B}" dt="2026-07-20T16:29:12.529" v="490" actId="20577"/>
          <ac:spMkLst>
            <pc:docMk/>
            <pc:sldMk cId="0" sldId="268"/>
            <ac:spMk id="2" creationId="{00000000-0000-0000-0000-000000000000}"/>
          </ac:spMkLst>
        </pc:spChg>
        <pc:spChg chg="mod">
          <ac:chgData name="" userId="" providerId="" clId="Web-{D2BDC157-81BA-BCE0-9C7E-95E00344CA5B}" dt="2026-07-20T16:13:03.089" v="241" actId="20577"/>
          <ac:spMkLst>
            <pc:docMk/>
            <pc:sldMk cId="0" sldId="268"/>
            <ac:spMk id="3" creationId="{00000000-0000-0000-0000-000000000000}"/>
          </ac:spMkLst>
        </pc:spChg>
        <pc:spChg chg="mod">
          <ac:chgData name="" userId="" providerId="" clId="Web-{D2BDC157-81BA-BCE0-9C7E-95E00344CA5B}" dt="2026-07-20T16:13:13.745" v="242" actId="1076"/>
          <ac:spMkLst>
            <pc:docMk/>
            <pc:sldMk cId="0" sldId="268"/>
            <ac:spMk id="4" creationId="{00000000-0000-0000-0000-000000000000}"/>
          </ac:spMkLst>
        </pc:spChg>
        <pc:spChg chg="del mod">
          <ac:chgData name="" userId="" providerId="" clId="Web-{D2BDC157-81BA-BCE0-9C7E-95E00344CA5B}" dt="2026-07-20T16:13:29.089" v="278"/>
          <ac:spMkLst>
            <pc:docMk/>
            <pc:sldMk cId="0" sldId="268"/>
            <ac:spMk id="5" creationId="{00000000-0000-0000-0000-000000000000}"/>
          </ac:spMkLst>
        </pc:spChg>
        <pc:spChg chg="mod">
          <ac:chgData name="" userId="" providerId="" clId="Web-{D2BDC157-81BA-BCE0-9C7E-95E00344CA5B}" dt="2026-07-20T16:13:39.370" v="280" actId="1076"/>
          <ac:spMkLst>
            <pc:docMk/>
            <pc:sldMk cId="0" sldId="268"/>
            <ac:spMk id="6" creationId="{00000000-0000-0000-0000-000000000000}"/>
          </ac:spMkLst>
        </pc:spChg>
        <pc:spChg chg="mod">
          <ac:chgData name="" userId="" providerId="" clId="Web-{D2BDC157-81BA-BCE0-9C7E-95E00344CA5B}" dt="2026-07-20T16:14:35.104" v="394" actId="14100"/>
          <ac:spMkLst>
            <pc:docMk/>
            <pc:sldMk cId="0" sldId="268"/>
            <ac:spMk id="7" creationId="{00000000-0000-0000-0000-000000000000}"/>
          </ac:spMkLst>
        </pc:spChg>
        <pc:spChg chg="mod">
          <ac:chgData name="" userId="" providerId="" clId="Web-{D2BDC157-81BA-BCE0-9C7E-95E00344CA5B}" dt="2026-07-20T16:14:35.120" v="395" actId="14100"/>
          <ac:spMkLst>
            <pc:docMk/>
            <pc:sldMk cId="0" sldId="268"/>
            <ac:spMk id="8" creationId="{00000000-0000-0000-0000-000000000000}"/>
          </ac:spMkLst>
        </pc:spChg>
        <pc:spChg chg="mod">
          <ac:chgData name="" userId="" providerId="" clId="Web-{D2BDC157-81BA-BCE0-9C7E-95E00344CA5B}" dt="2026-07-20T16:14:35.136" v="396" actId="14100"/>
          <ac:spMkLst>
            <pc:docMk/>
            <pc:sldMk cId="0" sldId="268"/>
            <ac:spMk id="9" creationId="{00000000-0000-0000-0000-000000000000}"/>
          </ac:spMkLst>
        </pc:spChg>
        <pc:spChg chg="mod">
          <ac:chgData name="" userId="" providerId="" clId="Web-{D2BDC157-81BA-BCE0-9C7E-95E00344CA5B}" dt="2026-07-20T16:14:35.151" v="397" actId="14100"/>
          <ac:spMkLst>
            <pc:docMk/>
            <pc:sldMk cId="0" sldId="268"/>
            <ac:spMk id="10" creationId="{00000000-0000-0000-0000-000000000000}"/>
          </ac:spMkLst>
        </pc:spChg>
        <pc:spChg chg="mod">
          <ac:chgData name="" userId="" providerId="" clId="Web-{D2BDC157-81BA-BCE0-9C7E-95E00344CA5B}" dt="2026-07-20T16:14:35.167" v="398" actId="14100"/>
          <ac:spMkLst>
            <pc:docMk/>
            <pc:sldMk cId="0" sldId="268"/>
            <ac:spMk id="11" creationId="{00000000-0000-0000-0000-000000000000}"/>
          </ac:spMkLst>
        </pc:spChg>
        <pc:spChg chg="mod">
          <ac:chgData name="" userId="" providerId="" clId="Web-{D2BDC157-81BA-BCE0-9C7E-95E00344CA5B}" dt="2026-07-20T16:14:35.183" v="399" actId="14100"/>
          <ac:spMkLst>
            <pc:docMk/>
            <pc:sldMk cId="0" sldId="268"/>
            <ac:spMk id="12" creationId="{00000000-0000-0000-0000-000000000000}"/>
          </ac:spMkLst>
        </pc:spChg>
        <pc:spChg chg="mod">
          <ac:chgData name="" userId="" providerId="" clId="Web-{D2BDC157-81BA-BCE0-9C7E-95E00344CA5B}" dt="2026-07-20T16:14:35.198" v="400" actId="14100"/>
          <ac:spMkLst>
            <pc:docMk/>
            <pc:sldMk cId="0" sldId="268"/>
            <ac:spMk id="13" creationId="{00000000-0000-0000-0000-000000000000}"/>
          </ac:spMkLst>
        </pc:spChg>
        <pc:spChg chg="mod">
          <ac:chgData name="" userId="" providerId="" clId="Web-{D2BDC157-81BA-BCE0-9C7E-95E00344CA5B}" dt="2026-07-20T16:14:35.214" v="401" actId="14100"/>
          <ac:spMkLst>
            <pc:docMk/>
            <pc:sldMk cId="0" sldId="268"/>
            <ac:spMk id="14" creationId="{00000000-0000-0000-0000-000000000000}"/>
          </ac:spMkLst>
        </pc:spChg>
        <pc:spChg chg="mod">
          <ac:chgData name="" userId="" providerId="" clId="Web-{D2BDC157-81BA-BCE0-9C7E-95E00344CA5B}" dt="2026-07-20T16:14:35.229" v="402" actId="14100"/>
          <ac:spMkLst>
            <pc:docMk/>
            <pc:sldMk cId="0" sldId="268"/>
            <ac:spMk id="15" creationId="{00000000-0000-0000-0000-000000000000}"/>
          </ac:spMkLst>
        </pc:spChg>
        <pc:spChg chg="mod">
          <ac:chgData name="" userId="" providerId="" clId="Web-{D2BDC157-81BA-BCE0-9C7E-95E00344CA5B}" dt="2026-07-20T16:14:35.245" v="403" actId="14100"/>
          <ac:spMkLst>
            <pc:docMk/>
            <pc:sldMk cId="0" sldId="268"/>
            <ac:spMk id="16" creationId="{00000000-0000-0000-0000-000000000000}"/>
          </ac:spMkLst>
        </pc:spChg>
        <pc:spChg chg="mod">
          <ac:chgData name="" userId="" providerId="" clId="Web-{D2BDC157-81BA-BCE0-9C7E-95E00344CA5B}" dt="2026-07-20T16:14:35.261" v="404" actId="14100"/>
          <ac:spMkLst>
            <pc:docMk/>
            <pc:sldMk cId="0" sldId="268"/>
            <ac:spMk id="17" creationId="{00000000-0000-0000-0000-000000000000}"/>
          </ac:spMkLst>
        </pc:spChg>
        <pc:spChg chg="mod">
          <ac:chgData name="" userId="" providerId="" clId="Web-{D2BDC157-81BA-BCE0-9C7E-95E00344CA5B}" dt="2026-07-20T16:14:35.276" v="405" actId="14100"/>
          <ac:spMkLst>
            <pc:docMk/>
            <pc:sldMk cId="0" sldId="268"/>
            <ac:spMk id="18" creationId="{00000000-0000-0000-0000-000000000000}"/>
          </ac:spMkLst>
        </pc:spChg>
        <pc:spChg chg="mod">
          <ac:chgData name="" userId="" providerId="" clId="Web-{D2BDC157-81BA-BCE0-9C7E-95E00344CA5B}" dt="2026-07-20T16:14:35.292" v="406" actId="14100"/>
          <ac:spMkLst>
            <pc:docMk/>
            <pc:sldMk cId="0" sldId="268"/>
            <ac:spMk id="19" creationId="{00000000-0000-0000-0000-000000000000}"/>
          </ac:spMkLst>
        </pc:spChg>
        <pc:spChg chg="mod">
          <ac:chgData name="" userId="" providerId="" clId="Web-{D2BDC157-81BA-BCE0-9C7E-95E00344CA5B}" dt="2026-07-20T16:14:35.308" v="407" actId="14100"/>
          <ac:spMkLst>
            <pc:docMk/>
            <pc:sldMk cId="0" sldId="268"/>
            <ac:spMk id="20" creationId="{00000000-0000-0000-0000-000000000000}"/>
          </ac:spMkLst>
        </pc:spChg>
        <pc:spChg chg="mod">
          <ac:chgData name="" userId="" providerId="" clId="Web-{D2BDC157-81BA-BCE0-9C7E-95E00344CA5B}" dt="2026-07-20T16:14:27.198" v="380" actId="1076"/>
          <ac:spMkLst>
            <pc:docMk/>
            <pc:sldMk cId="0" sldId="268"/>
            <ac:spMk id="21" creationId="{00000000-0000-0000-0000-000000000000}"/>
          </ac:spMkLst>
        </pc:spChg>
        <pc:spChg chg="mod">
          <ac:chgData name="" userId="" providerId="" clId="Web-{D2BDC157-81BA-BCE0-9C7E-95E00344CA5B}" dt="2026-07-20T16:14:27.214" v="381" actId="1076"/>
          <ac:spMkLst>
            <pc:docMk/>
            <pc:sldMk cId="0" sldId="268"/>
            <ac:spMk id="22" creationId="{00000000-0000-0000-0000-000000000000}"/>
          </ac:spMkLst>
        </pc:spChg>
        <pc:spChg chg="mod">
          <ac:chgData name="" userId="" providerId="" clId="Web-{D2BDC157-81BA-BCE0-9C7E-95E00344CA5B}" dt="2026-07-20T16:14:27.229" v="382" actId="1076"/>
          <ac:spMkLst>
            <pc:docMk/>
            <pc:sldMk cId="0" sldId="268"/>
            <ac:spMk id="23" creationId="{00000000-0000-0000-0000-000000000000}"/>
          </ac:spMkLst>
        </pc:spChg>
        <pc:spChg chg="mod">
          <ac:chgData name="" userId="" providerId="" clId="Web-{D2BDC157-81BA-BCE0-9C7E-95E00344CA5B}" dt="2026-07-20T16:14:27.245" v="383" actId="1076"/>
          <ac:spMkLst>
            <pc:docMk/>
            <pc:sldMk cId="0" sldId="268"/>
            <ac:spMk id="24" creationId="{00000000-0000-0000-0000-000000000000}"/>
          </ac:spMkLst>
        </pc:spChg>
        <pc:spChg chg="mod">
          <ac:chgData name="" userId="" providerId="" clId="Web-{D2BDC157-81BA-BCE0-9C7E-95E00344CA5B}" dt="2026-07-20T16:14:27.261" v="384" actId="1076"/>
          <ac:spMkLst>
            <pc:docMk/>
            <pc:sldMk cId="0" sldId="268"/>
            <ac:spMk id="25" creationId="{00000000-0000-0000-0000-000000000000}"/>
          </ac:spMkLst>
        </pc:spChg>
        <pc:spChg chg="mod">
          <ac:chgData name="" userId="" providerId="" clId="Web-{D2BDC157-81BA-BCE0-9C7E-95E00344CA5B}" dt="2026-07-20T16:14:27.276" v="385" actId="1076"/>
          <ac:spMkLst>
            <pc:docMk/>
            <pc:sldMk cId="0" sldId="268"/>
            <ac:spMk id="26" creationId="{00000000-0000-0000-0000-000000000000}"/>
          </ac:spMkLst>
        </pc:spChg>
        <pc:spChg chg="mod">
          <ac:chgData name="" userId="" providerId="" clId="Web-{D2BDC157-81BA-BCE0-9C7E-95E00344CA5B}" dt="2026-07-20T16:14:27.292" v="386" actId="1076"/>
          <ac:spMkLst>
            <pc:docMk/>
            <pc:sldMk cId="0" sldId="268"/>
            <ac:spMk id="27" creationId="{00000000-0000-0000-0000-000000000000}"/>
          </ac:spMkLst>
        </pc:spChg>
        <pc:spChg chg="mod">
          <ac:chgData name="" userId="" providerId="" clId="Web-{D2BDC157-81BA-BCE0-9C7E-95E00344CA5B}" dt="2026-07-20T16:14:27.323" v="387" actId="1076"/>
          <ac:spMkLst>
            <pc:docMk/>
            <pc:sldMk cId="0" sldId="268"/>
            <ac:spMk id="28" creationId="{00000000-0000-0000-0000-000000000000}"/>
          </ac:spMkLst>
        </pc:spChg>
        <pc:spChg chg="mod">
          <ac:chgData name="" userId="" providerId="" clId="Web-{D2BDC157-81BA-BCE0-9C7E-95E00344CA5B}" dt="2026-07-20T16:14:27.339" v="388" actId="1076"/>
          <ac:spMkLst>
            <pc:docMk/>
            <pc:sldMk cId="0" sldId="268"/>
            <ac:spMk id="29" creationId="{00000000-0000-0000-0000-000000000000}"/>
          </ac:spMkLst>
        </pc:spChg>
        <pc:spChg chg="mod">
          <ac:chgData name="" userId="" providerId="" clId="Web-{D2BDC157-81BA-BCE0-9C7E-95E00344CA5B}" dt="2026-07-20T16:14:27.354" v="389" actId="1076"/>
          <ac:spMkLst>
            <pc:docMk/>
            <pc:sldMk cId="0" sldId="268"/>
            <ac:spMk id="30" creationId="{00000000-0000-0000-0000-000000000000}"/>
          </ac:spMkLst>
        </pc:spChg>
        <pc:spChg chg="mod">
          <ac:chgData name="" userId="" providerId="" clId="Web-{D2BDC157-81BA-BCE0-9C7E-95E00344CA5B}" dt="2026-07-20T16:14:27.370" v="390" actId="1076"/>
          <ac:spMkLst>
            <pc:docMk/>
            <pc:sldMk cId="0" sldId="268"/>
            <ac:spMk id="31" creationId="{00000000-0000-0000-0000-000000000000}"/>
          </ac:spMkLst>
        </pc:spChg>
        <pc:spChg chg="mod">
          <ac:chgData name="" userId="" providerId="" clId="Web-{D2BDC157-81BA-BCE0-9C7E-95E00344CA5B}" dt="2026-07-20T16:14:27.386" v="391" actId="1076"/>
          <ac:spMkLst>
            <pc:docMk/>
            <pc:sldMk cId="0" sldId="268"/>
            <ac:spMk id="32" creationId="{00000000-0000-0000-0000-000000000000}"/>
          </ac:spMkLst>
        </pc:spChg>
        <pc:spChg chg="mod">
          <ac:chgData name="" userId="" providerId="" clId="Web-{D2BDC157-81BA-BCE0-9C7E-95E00344CA5B}" dt="2026-07-20T16:14:27.386" v="392" actId="1076"/>
          <ac:spMkLst>
            <pc:docMk/>
            <pc:sldMk cId="0" sldId="268"/>
            <ac:spMk id="33" creationId="{00000000-0000-0000-0000-000000000000}"/>
          </ac:spMkLst>
        </pc:spChg>
        <pc:spChg chg="mod">
          <ac:chgData name="" userId="" providerId="" clId="Web-{D2BDC157-81BA-BCE0-9C7E-95E00344CA5B}" dt="2026-07-20T16:14:27.401" v="393" actId="1076"/>
          <ac:spMkLst>
            <pc:docMk/>
            <pc:sldMk cId="0" sldId="268"/>
            <ac:spMk id="34" creationId="{00000000-0000-0000-0000-000000000000}"/>
          </ac:spMkLst>
        </pc:spChg>
        <pc:graphicFrameChg chg="mod modGraphic">
          <ac:chgData name="" userId="" providerId="" clId="Web-{D2BDC157-81BA-BCE0-9C7E-95E00344CA5B}" dt="2026-07-20T16:13:39.386" v="281" actId="1076"/>
          <ac:graphicFrameMkLst>
            <pc:docMk/>
            <pc:sldMk cId="0" sldId="268"/>
            <ac:graphicFrameMk id="35" creationId="{00000000-0000-0000-0000-000000000000}"/>
          </ac:graphicFrameMkLst>
        </pc:graphicFrameChg>
      </pc:sldChg>
      <pc:sldChg chg="delSp modSp">
        <pc:chgData name="" userId="" providerId="" clId="Web-{D2BDC157-81BA-BCE0-9C7E-95E00344CA5B}" dt="2026-07-20T16:35:17.140" v="653" actId="1076"/>
        <pc:sldMkLst>
          <pc:docMk/>
          <pc:sldMk cId="0" sldId="269"/>
        </pc:sldMkLst>
        <pc:spChg chg="mod">
          <ac:chgData name="" userId="" providerId="" clId="Web-{D2BDC157-81BA-BCE0-9C7E-95E00344CA5B}" dt="2026-07-20T16:33:36.999" v="640" actId="1076"/>
          <ac:spMkLst>
            <pc:docMk/>
            <pc:sldMk cId="0" sldId="269"/>
            <ac:spMk id="2" creationId="{00000000-0000-0000-0000-000000000000}"/>
          </ac:spMkLst>
        </pc:spChg>
        <pc:spChg chg="mod">
          <ac:chgData name="" userId="" providerId="" clId="Web-{D2BDC157-81BA-BCE0-9C7E-95E00344CA5B}" dt="2026-07-20T16:33:32.905" v="639" actId="1076"/>
          <ac:spMkLst>
            <pc:docMk/>
            <pc:sldMk cId="0" sldId="269"/>
            <ac:spMk id="3" creationId="{00000000-0000-0000-0000-000000000000}"/>
          </ac:spMkLst>
        </pc:spChg>
        <pc:spChg chg="mod">
          <ac:chgData name="" userId="" providerId="" clId="Web-{D2BDC157-81BA-BCE0-9C7E-95E00344CA5B}" dt="2026-07-20T16:35:17.140" v="653" actId="1076"/>
          <ac:spMkLst>
            <pc:docMk/>
            <pc:sldMk cId="0" sldId="269"/>
            <ac:spMk id="4" creationId="{00000000-0000-0000-0000-000000000000}"/>
          </ac:spMkLst>
        </pc:spChg>
        <pc:spChg chg="del">
          <ac:chgData name="" userId="" providerId="" clId="Web-{D2BDC157-81BA-BCE0-9C7E-95E00344CA5B}" dt="2026-07-20T16:33:13.343" v="572"/>
          <ac:spMkLst>
            <pc:docMk/>
            <pc:sldMk cId="0" sldId="269"/>
            <ac:spMk id="5" creationId="{00000000-0000-0000-0000-000000000000}"/>
          </ac:spMkLst>
        </pc:spChg>
        <pc:spChg chg="del">
          <ac:chgData name="" userId="" providerId="" clId="Web-{D2BDC157-81BA-BCE0-9C7E-95E00344CA5B}" dt="2026-07-20T16:33:15.686" v="573"/>
          <ac:spMkLst>
            <pc:docMk/>
            <pc:sldMk cId="0" sldId="269"/>
            <ac:spMk id="6" creationId="{00000000-0000-0000-0000-000000000000}"/>
          </ac:spMkLst>
        </pc:spChg>
        <pc:spChg chg="mod">
          <ac:chgData name="" userId="" providerId="" clId="Web-{D2BDC157-81BA-BCE0-9C7E-95E00344CA5B}" dt="2026-07-20T16:33:26.280" v="575" actId="1076"/>
          <ac:spMkLst>
            <pc:docMk/>
            <pc:sldMk cId="0" sldId="269"/>
            <ac:spMk id="7" creationId="{00000000-0000-0000-0000-000000000000}"/>
          </ac:spMkLst>
        </pc:spChg>
        <pc:spChg chg="mod">
          <ac:chgData name="" userId="" providerId="" clId="Web-{D2BDC157-81BA-BCE0-9C7E-95E00344CA5B}" dt="2026-07-20T16:33:26.296" v="576" actId="1076"/>
          <ac:spMkLst>
            <pc:docMk/>
            <pc:sldMk cId="0" sldId="269"/>
            <ac:spMk id="8" creationId="{00000000-0000-0000-0000-000000000000}"/>
          </ac:spMkLst>
        </pc:spChg>
        <pc:spChg chg="mod">
          <ac:chgData name="" userId="" providerId="" clId="Web-{D2BDC157-81BA-BCE0-9C7E-95E00344CA5B}" dt="2026-07-20T16:33:26.311" v="577" actId="1076"/>
          <ac:spMkLst>
            <pc:docMk/>
            <pc:sldMk cId="0" sldId="269"/>
            <ac:spMk id="9" creationId="{00000000-0000-0000-0000-000000000000}"/>
          </ac:spMkLst>
        </pc:spChg>
        <pc:spChg chg="mod">
          <ac:chgData name="" userId="" providerId="" clId="Web-{D2BDC157-81BA-BCE0-9C7E-95E00344CA5B}" dt="2026-07-20T16:33:26.327" v="578" actId="1076"/>
          <ac:spMkLst>
            <pc:docMk/>
            <pc:sldMk cId="0" sldId="269"/>
            <ac:spMk id="10" creationId="{00000000-0000-0000-0000-000000000000}"/>
          </ac:spMkLst>
        </pc:spChg>
        <pc:spChg chg="mod">
          <ac:chgData name="" userId="" providerId="" clId="Web-{D2BDC157-81BA-BCE0-9C7E-95E00344CA5B}" dt="2026-07-20T16:33:26.343" v="579" actId="1076"/>
          <ac:spMkLst>
            <pc:docMk/>
            <pc:sldMk cId="0" sldId="269"/>
            <ac:spMk id="11" creationId="{00000000-0000-0000-0000-000000000000}"/>
          </ac:spMkLst>
        </pc:spChg>
        <pc:spChg chg="mod">
          <ac:chgData name="" userId="" providerId="" clId="Web-{D2BDC157-81BA-BCE0-9C7E-95E00344CA5B}" dt="2026-07-20T16:33:26.358" v="580" actId="1076"/>
          <ac:spMkLst>
            <pc:docMk/>
            <pc:sldMk cId="0" sldId="269"/>
            <ac:spMk id="12" creationId="{00000000-0000-0000-0000-000000000000}"/>
          </ac:spMkLst>
        </pc:spChg>
        <pc:spChg chg="mod">
          <ac:chgData name="" userId="" providerId="" clId="Web-{D2BDC157-81BA-BCE0-9C7E-95E00344CA5B}" dt="2026-07-20T16:33:26.358" v="581" actId="1076"/>
          <ac:spMkLst>
            <pc:docMk/>
            <pc:sldMk cId="0" sldId="269"/>
            <ac:spMk id="13" creationId="{00000000-0000-0000-0000-000000000000}"/>
          </ac:spMkLst>
        </pc:spChg>
        <pc:spChg chg="mod">
          <ac:chgData name="" userId="" providerId="" clId="Web-{D2BDC157-81BA-BCE0-9C7E-95E00344CA5B}" dt="2026-07-20T16:33:26.374" v="582" actId="1076"/>
          <ac:spMkLst>
            <pc:docMk/>
            <pc:sldMk cId="0" sldId="269"/>
            <ac:spMk id="14" creationId="{00000000-0000-0000-0000-000000000000}"/>
          </ac:spMkLst>
        </pc:spChg>
        <pc:spChg chg="mod">
          <ac:chgData name="" userId="" providerId="" clId="Web-{D2BDC157-81BA-BCE0-9C7E-95E00344CA5B}" dt="2026-07-20T16:33:26.390" v="583" actId="1076"/>
          <ac:spMkLst>
            <pc:docMk/>
            <pc:sldMk cId="0" sldId="269"/>
            <ac:spMk id="15" creationId="{00000000-0000-0000-0000-000000000000}"/>
          </ac:spMkLst>
        </pc:spChg>
        <pc:spChg chg="mod">
          <ac:chgData name="" userId="" providerId="" clId="Web-{D2BDC157-81BA-BCE0-9C7E-95E00344CA5B}" dt="2026-07-20T16:33:26.405" v="584" actId="1076"/>
          <ac:spMkLst>
            <pc:docMk/>
            <pc:sldMk cId="0" sldId="269"/>
            <ac:spMk id="16" creationId="{00000000-0000-0000-0000-000000000000}"/>
          </ac:spMkLst>
        </pc:spChg>
        <pc:spChg chg="mod">
          <ac:chgData name="" userId="" providerId="" clId="Web-{D2BDC157-81BA-BCE0-9C7E-95E00344CA5B}" dt="2026-07-20T16:33:26.421" v="585" actId="1076"/>
          <ac:spMkLst>
            <pc:docMk/>
            <pc:sldMk cId="0" sldId="269"/>
            <ac:spMk id="17" creationId="{00000000-0000-0000-0000-000000000000}"/>
          </ac:spMkLst>
        </pc:spChg>
        <pc:spChg chg="mod">
          <ac:chgData name="" userId="" providerId="" clId="Web-{D2BDC157-81BA-BCE0-9C7E-95E00344CA5B}" dt="2026-07-20T16:33:26.436" v="586" actId="1076"/>
          <ac:spMkLst>
            <pc:docMk/>
            <pc:sldMk cId="0" sldId="269"/>
            <ac:spMk id="18" creationId="{00000000-0000-0000-0000-000000000000}"/>
          </ac:spMkLst>
        </pc:spChg>
        <pc:spChg chg="mod">
          <ac:chgData name="" userId="" providerId="" clId="Web-{D2BDC157-81BA-BCE0-9C7E-95E00344CA5B}" dt="2026-07-20T16:33:26.452" v="587" actId="1076"/>
          <ac:spMkLst>
            <pc:docMk/>
            <pc:sldMk cId="0" sldId="269"/>
            <ac:spMk id="19" creationId="{00000000-0000-0000-0000-000000000000}"/>
          </ac:spMkLst>
        </pc:spChg>
        <pc:spChg chg="mod">
          <ac:chgData name="" userId="" providerId="" clId="Web-{D2BDC157-81BA-BCE0-9C7E-95E00344CA5B}" dt="2026-07-20T16:33:26.452" v="588" actId="1076"/>
          <ac:spMkLst>
            <pc:docMk/>
            <pc:sldMk cId="0" sldId="269"/>
            <ac:spMk id="20" creationId="{00000000-0000-0000-0000-000000000000}"/>
          </ac:spMkLst>
        </pc:spChg>
        <pc:spChg chg="mod">
          <ac:chgData name="" userId="" providerId="" clId="Web-{D2BDC157-81BA-BCE0-9C7E-95E00344CA5B}" dt="2026-07-20T16:33:26.468" v="589" actId="1076"/>
          <ac:spMkLst>
            <pc:docMk/>
            <pc:sldMk cId="0" sldId="269"/>
            <ac:spMk id="21" creationId="{00000000-0000-0000-0000-000000000000}"/>
          </ac:spMkLst>
        </pc:spChg>
        <pc:spChg chg="mod">
          <ac:chgData name="" userId="" providerId="" clId="Web-{D2BDC157-81BA-BCE0-9C7E-95E00344CA5B}" dt="2026-07-20T16:33:26.483" v="590" actId="1076"/>
          <ac:spMkLst>
            <pc:docMk/>
            <pc:sldMk cId="0" sldId="269"/>
            <ac:spMk id="22" creationId="{00000000-0000-0000-0000-000000000000}"/>
          </ac:spMkLst>
        </pc:spChg>
        <pc:spChg chg="mod">
          <ac:chgData name="" userId="" providerId="" clId="Web-{D2BDC157-81BA-BCE0-9C7E-95E00344CA5B}" dt="2026-07-20T16:33:26.499" v="591" actId="1076"/>
          <ac:spMkLst>
            <pc:docMk/>
            <pc:sldMk cId="0" sldId="269"/>
            <ac:spMk id="23" creationId="{00000000-0000-0000-0000-000000000000}"/>
          </ac:spMkLst>
        </pc:spChg>
        <pc:spChg chg="mod">
          <ac:chgData name="" userId="" providerId="" clId="Web-{D2BDC157-81BA-BCE0-9C7E-95E00344CA5B}" dt="2026-07-20T16:33:26.515" v="592" actId="1076"/>
          <ac:spMkLst>
            <pc:docMk/>
            <pc:sldMk cId="0" sldId="269"/>
            <ac:spMk id="24" creationId="{00000000-0000-0000-0000-000000000000}"/>
          </ac:spMkLst>
        </pc:spChg>
        <pc:spChg chg="mod">
          <ac:chgData name="" userId="" providerId="" clId="Web-{D2BDC157-81BA-BCE0-9C7E-95E00344CA5B}" dt="2026-07-20T16:33:26.530" v="593" actId="1076"/>
          <ac:spMkLst>
            <pc:docMk/>
            <pc:sldMk cId="0" sldId="269"/>
            <ac:spMk id="25" creationId="{00000000-0000-0000-0000-000000000000}"/>
          </ac:spMkLst>
        </pc:spChg>
        <pc:spChg chg="mod">
          <ac:chgData name="" userId="" providerId="" clId="Web-{D2BDC157-81BA-BCE0-9C7E-95E00344CA5B}" dt="2026-07-20T16:33:26.530" v="594" actId="1076"/>
          <ac:spMkLst>
            <pc:docMk/>
            <pc:sldMk cId="0" sldId="269"/>
            <ac:spMk id="26" creationId="{00000000-0000-0000-0000-000000000000}"/>
          </ac:spMkLst>
        </pc:spChg>
        <pc:spChg chg="mod">
          <ac:chgData name="" userId="" providerId="" clId="Web-{D2BDC157-81BA-BCE0-9C7E-95E00344CA5B}" dt="2026-07-20T16:33:26.546" v="595" actId="1076"/>
          <ac:spMkLst>
            <pc:docMk/>
            <pc:sldMk cId="0" sldId="269"/>
            <ac:spMk id="27" creationId="{00000000-0000-0000-0000-000000000000}"/>
          </ac:spMkLst>
        </pc:spChg>
        <pc:spChg chg="mod">
          <ac:chgData name="" userId="" providerId="" clId="Web-{D2BDC157-81BA-BCE0-9C7E-95E00344CA5B}" dt="2026-07-20T16:33:26.561" v="596" actId="1076"/>
          <ac:spMkLst>
            <pc:docMk/>
            <pc:sldMk cId="0" sldId="269"/>
            <ac:spMk id="28" creationId="{00000000-0000-0000-0000-000000000000}"/>
          </ac:spMkLst>
        </pc:spChg>
        <pc:spChg chg="mod">
          <ac:chgData name="" userId="" providerId="" clId="Web-{D2BDC157-81BA-BCE0-9C7E-95E00344CA5B}" dt="2026-07-20T16:33:26.577" v="597" actId="1076"/>
          <ac:spMkLst>
            <pc:docMk/>
            <pc:sldMk cId="0" sldId="269"/>
            <ac:spMk id="29" creationId="{00000000-0000-0000-0000-000000000000}"/>
          </ac:spMkLst>
        </pc:spChg>
        <pc:spChg chg="mod">
          <ac:chgData name="" userId="" providerId="" clId="Web-{D2BDC157-81BA-BCE0-9C7E-95E00344CA5B}" dt="2026-07-20T16:33:26.593" v="598" actId="1076"/>
          <ac:spMkLst>
            <pc:docMk/>
            <pc:sldMk cId="0" sldId="269"/>
            <ac:spMk id="30" creationId="{00000000-0000-0000-0000-000000000000}"/>
          </ac:spMkLst>
        </pc:spChg>
        <pc:spChg chg="mod">
          <ac:chgData name="" userId="" providerId="" clId="Web-{D2BDC157-81BA-BCE0-9C7E-95E00344CA5B}" dt="2026-07-20T16:33:26.593" v="599" actId="1076"/>
          <ac:spMkLst>
            <pc:docMk/>
            <pc:sldMk cId="0" sldId="269"/>
            <ac:spMk id="31" creationId="{00000000-0000-0000-0000-000000000000}"/>
          </ac:spMkLst>
        </pc:spChg>
        <pc:spChg chg="mod">
          <ac:chgData name="" userId="" providerId="" clId="Web-{D2BDC157-81BA-BCE0-9C7E-95E00344CA5B}" dt="2026-07-20T16:33:26.608" v="600" actId="1076"/>
          <ac:spMkLst>
            <pc:docMk/>
            <pc:sldMk cId="0" sldId="269"/>
            <ac:spMk id="32" creationId="{00000000-0000-0000-0000-000000000000}"/>
          </ac:spMkLst>
        </pc:spChg>
        <pc:spChg chg="mod">
          <ac:chgData name="" userId="" providerId="" clId="Web-{D2BDC157-81BA-BCE0-9C7E-95E00344CA5B}" dt="2026-07-20T16:33:26.624" v="601" actId="1076"/>
          <ac:spMkLst>
            <pc:docMk/>
            <pc:sldMk cId="0" sldId="269"/>
            <ac:spMk id="33" creationId="{00000000-0000-0000-0000-000000000000}"/>
          </ac:spMkLst>
        </pc:spChg>
        <pc:spChg chg="mod">
          <ac:chgData name="" userId="" providerId="" clId="Web-{D2BDC157-81BA-BCE0-9C7E-95E00344CA5B}" dt="2026-07-20T16:33:26.640" v="602" actId="1076"/>
          <ac:spMkLst>
            <pc:docMk/>
            <pc:sldMk cId="0" sldId="269"/>
            <ac:spMk id="34" creationId="{00000000-0000-0000-0000-000000000000}"/>
          </ac:spMkLst>
        </pc:spChg>
        <pc:spChg chg="mod">
          <ac:chgData name="" userId="" providerId="" clId="Web-{D2BDC157-81BA-BCE0-9C7E-95E00344CA5B}" dt="2026-07-20T16:33:26.640" v="603" actId="1076"/>
          <ac:spMkLst>
            <pc:docMk/>
            <pc:sldMk cId="0" sldId="269"/>
            <ac:spMk id="35" creationId="{00000000-0000-0000-0000-000000000000}"/>
          </ac:spMkLst>
        </pc:spChg>
        <pc:spChg chg="mod">
          <ac:chgData name="" userId="" providerId="" clId="Web-{D2BDC157-81BA-BCE0-9C7E-95E00344CA5B}" dt="2026-07-20T16:33:26.655" v="604" actId="1076"/>
          <ac:spMkLst>
            <pc:docMk/>
            <pc:sldMk cId="0" sldId="269"/>
            <ac:spMk id="36" creationId="{00000000-0000-0000-0000-000000000000}"/>
          </ac:spMkLst>
        </pc:spChg>
        <pc:spChg chg="mod">
          <ac:chgData name="" userId="" providerId="" clId="Web-{D2BDC157-81BA-BCE0-9C7E-95E00344CA5B}" dt="2026-07-20T16:33:26.671" v="605" actId="1076"/>
          <ac:spMkLst>
            <pc:docMk/>
            <pc:sldMk cId="0" sldId="269"/>
            <ac:spMk id="37" creationId="{00000000-0000-0000-0000-000000000000}"/>
          </ac:spMkLst>
        </pc:spChg>
        <pc:spChg chg="mod">
          <ac:chgData name="" userId="" providerId="" clId="Web-{D2BDC157-81BA-BCE0-9C7E-95E00344CA5B}" dt="2026-07-20T16:33:26.686" v="606" actId="1076"/>
          <ac:spMkLst>
            <pc:docMk/>
            <pc:sldMk cId="0" sldId="269"/>
            <ac:spMk id="38" creationId="{00000000-0000-0000-0000-000000000000}"/>
          </ac:spMkLst>
        </pc:spChg>
        <pc:spChg chg="mod">
          <ac:chgData name="" userId="" providerId="" clId="Web-{D2BDC157-81BA-BCE0-9C7E-95E00344CA5B}" dt="2026-07-20T16:33:26.702" v="607" actId="1076"/>
          <ac:spMkLst>
            <pc:docMk/>
            <pc:sldMk cId="0" sldId="269"/>
            <ac:spMk id="39" creationId="{00000000-0000-0000-0000-000000000000}"/>
          </ac:spMkLst>
        </pc:spChg>
        <pc:spChg chg="mod">
          <ac:chgData name="" userId="" providerId="" clId="Web-{D2BDC157-81BA-BCE0-9C7E-95E00344CA5B}" dt="2026-07-20T16:33:26.702" v="608" actId="1076"/>
          <ac:spMkLst>
            <pc:docMk/>
            <pc:sldMk cId="0" sldId="269"/>
            <ac:spMk id="40" creationId="{00000000-0000-0000-0000-000000000000}"/>
          </ac:spMkLst>
        </pc:spChg>
        <pc:spChg chg="mod">
          <ac:chgData name="" userId="" providerId="" clId="Web-{D2BDC157-81BA-BCE0-9C7E-95E00344CA5B}" dt="2026-07-20T16:33:26.718" v="609" actId="1076"/>
          <ac:spMkLst>
            <pc:docMk/>
            <pc:sldMk cId="0" sldId="269"/>
            <ac:spMk id="41" creationId="{00000000-0000-0000-0000-000000000000}"/>
          </ac:spMkLst>
        </pc:spChg>
        <pc:spChg chg="mod">
          <ac:chgData name="" userId="" providerId="" clId="Web-{D2BDC157-81BA-BCE0-9C7E-95E00344CA5B}" dt="2026-07-20T16:33:26.733" v="610" actId="1076"/>
          <ac:spMkLst>
            <pc:docMk/>
            <pc:sldMk cId="0" sldId="269"/>
            <ac:spMk id="42" creationId="{00000000-0000-0000-0000-000000000000}"/>
          </ac:spMkLst>
        </pc:spChg>
        <pc:spChg chg="mod">
          <ac:chgData name="" userId="" providerId="" clId="Web-{D2BDC157-81BA-BCE0-9C7E-95E00344CA5B}" dt="2026-07-20T16:33:26.749" v="611" actId="1076"/>
          <ac:spMkLst>
            <pc:docMk/>
            <pc:sldMk cId="0" sldId="269"/>
            <ac:spMk id="43" creationId="{00000000-0000-0000-0000-000000000000}"/>
          </ac:spMkLst>
        </pc:spChg>
        <pc:spChg chg="mod">
          <ac:chgData name="" userId="" providerId="" clId="Web-{D2BDC157-81BA-BCE0-9C7E-95E00344CA5B}" dt="2026-07-20T16:33:26.765" v="612" actId="1076"/>
          <ac:spMkLst>
            <pc:docMk/>
            <pc:sldMk cId="0" sldId="269"/>
            <ac:spMk id="44" creationId="{00000000-0000-0000-0000-000000000000}"/>
          </ac:spMkLst>
        </pc:spChg>
        <pc:spChg chg="mod">
          <ac:chgData name="" userId="" providerId="" clId="Web-{D2BDC157-81BA-BCE0-9C7E-95E00344CA5B}" dt="2026-07-20T16:33:26.780" v="613" actId="1076"/>
          <ac:spMkLst>
            <pc:docMk/>
            <pc:sldMk cId="0" sldId="269"/>
            <ac:spMk id="45" creationId="{00000000-0000-0000-0000-000000000000}"/>
          </ac:spMkLst>
        </pc:spChg>
        <pc:spChg chg="mod">
          <ac:chgData name="" userId="" providerId="" clId="Web-{D2BDC157-81BA-BCE0-9C7E-95E00344CA5B}" dt="2026-07-20T16:33:26.796" v="614" actId="1076"/>
          <ac:spMkLst>
            <pc:docMk/>
            <pc:sldMk cId="0" sldId="269"/>
            <ac:spMk id="46" creationId="{00000000-0000-0000-0000-000000000000}"/>
          </ac:spMkLst>
        </pc:spChg>
        <pc:spChg chg="mod">
          <ac:chgData name="" userId="" providerId="" clId="Web-{D2BDC157-81BA-BCE0-9C7E-95E00344CA5B}" dt="2026-07-20T16:33:26.811" v="615" actId="1076"/>
          <ac:spMkLst>
            <pc:docMk/>
            <pc:sldMk cId="0" sldId="269"/>
            <ac:spMk id="47" creationId="{00000000-0000-0000-0000-000000000000}"/>
          </ac:spMkLst>
        </pc:spChg>
        <pc:spChg chg="mod">
          <ac:chgData name="" userId="" providerId="" clId="Web-{D2BDC157-81BA-BCE0-9C7E-95E00344CA5B}" dt="2026-07-20T16:33:26.811" v="616" actId="1076"/>
          <ac:spMkLst>
            <pc:docMk/>
            <pc:sldMk cId="0" sldId="269"/>
            <ac:spMk id="48" creationId="{00000000-0000-0000-0000-000000000000}"/>
          </ac:spMkLst>
        </pc:spChg>
        <pc:spChg chg="mod">
          <ac:chgData name="" userId="" providerId="" clId="Web-{D2BDC157-81BA-BCE0-9C7E-95E00344CA5B}" dt="2026-07-20T16:33:26.827" v="617" actId="1076"/>
          <ac:spMkLst>
            <pc:docMk/>
            <pc:sldMk cId="0" sldId="269"/>
            <ac:spMk id="49" creationId="{00000000-0000-0000-0000-000000000000}"/>
          </ac:spMkLst>
        </pc:spChg>
        <pc:spChg chg="mod">
          <ac:chgData name="" userId="" providerId="" clId="Web-{D2BDC157-81BA-BCE0-9C7E-95E00344CA5B}" dt="2026-07-20T16:33:26.843" v="618" actId="1076"/>
          <ac:spMkLst>
            <pc:docMk/>
            <pc:sldMk cId="0" sldId="269"/>
            <ac:spMk id="50" creationId="{00000000-0000-0000-0000-000000000000}"/>
          </ac:spMkLst>
        </pc:spChg>
        <pc:spChg chg="mod">
          <ac:chgData name="" userId="" providerId="" clId="Web-{D2BDC157-81BA-BCE0-9C7E-95E00344CA5B}" dt="2026-07-20T16:33:26.858" v="619" actId="1076"/>
          <ac:spMkLst>
            <pc:docMk/>
            <pc:sldMk cId="0" sldId="269"/>
            <ac:spMk id="51" creationId="{00000000-0000-0000-0000-000000000000}"/>
          </ac:spMkLst>
        </pc:spChg>
        <pc:spChg chg="mod">
          <ac:chgData name="" userId="" providerId="" clId="Web-{D2BDC157-81BA-BCE0-9C7E-95E00344CA5B}" dt="2026-07-20T16:33:26.858" v="620" actId="1076"/>
          <ac:spMkLst>
            <pc:docMk/>
            <pc:sldMk cId="0" sldId="269"/>
            <ac:spMk id="52" creationId="{00000000-0000-0000-0000-000000000000}"/>
          </ac:spMkLst>
        </pc:spChg>
        <pc:spChg chg="mod">
          <ac:chgData name="" userId="" providerId="" clId="Web-{D2BDC157-81BA-BCE0-9C7E-95E00344CA5B}" dt="2026-07-20T16:33:26.874" v="621" actId="1076"/>
          <ac:spMkLst>
            <pc:docMk/>
            <pc:sldMk cId="0" sldId="269"/>
            <ac:spMk id="53" creationId="{00000000-0000-0000-0000-000000000000}"/>
          </ac:spMkLst>
        </pc:spChg>
        <pc:spChg chg="mod">
          <ac:chgData name="" userId="" providerId="" clId="Web-{D2BDC157-81BA-BCE0-9C7E-95E00344CA5B}" dt="2026-07-20T16:33:26.890" v="622" actId="1076"/>
          <ac:spMkLst>
            <pc:docMk/>
            <pc:sldMk cId="0" sldId="269"/>
            <ac:spMk id="54" creationId="{00000000-0000-0000-0000-000000000000}"/>
          </ac:spMkLst>
        </pc:spChg>
        <pc:spChg chg="mod">
          <ac:chgData name="" userId="" providerId="" clId="Web-{D2BDC157-81BA-BCE0-9C7E-95E00344CA5B}" dt="2026-07-20T16:33:26.890" v="623" actId="1076"/>
          <ac:spMkLst>
            <pc:docMk/>
            <pc:sldMk cId="0" sldId="269"/>
            <ac:spMk id="55" creationId="{00000000-0000-0000-0000-000000000000}"/>
          </ac:spMkLst>
        </pc:spChg>
        <pc:spChg chg="mod">
          <ac:chgData name="" userId="" providerId="" clId="Web-{D2BDC157-81BA-BCE0-9C7E-95E00344CA5B}" dt="2026-07-20T16:33:26.905" v="624" actId="1076"/>
          <ac:spMkLst>
            <pc:docMk/>
            <pc:sldMk cId="0" sldId="269"/>
            <ac:spMk id="56" creationId="{00000000-0000-0000-0000-000000000000}"/>
          </ac:spMkLst>
        </pc:spChg>
        <pc:spChg chg="mod">
          <ac:chgData name="" userId="" providerId="" clId="Web-{D2BDC157-81BA-BCE0-9C7E-95E00344CA5B}" dt="2026-07-20T16:33:26.936" v="625" actId="1076"/>
          <ac:spMkLst>
            <pc:docMk/>
            <pc:sldMk cId="0" sldId="269"/>
            <ac:spMk id="57" creationId="{00000000-0000-0000-0000-000000000000}"/>
          </ac:spMkLst>
        </pc:spChg>
        <pc:spChg chg="mod">
          <ac:chgData name="" userId="" providerId="" clId="Web-{D2BDC157-81BA-BCE0-9C7E-95E00344CA5B}" dt="2026-07-20T16:33:26.936" v="626" actId="1076"/>
          <ac:spMkLst>
            <pc:docMk/>
            <pc:sldMk cId="0" sldId="269"/>
            <ac:spMk id="58" creationId="{00000000-0000-0000-0000-000000000000}"/>
          </ac:spMkLst>
        </pc:spChg>
        <pc:spChg chg="mod">
          <ac:chgData name="" userId="" providerId="" clId="Web-{D2BDC157-81BA-BCE0-9C7E-95E00344CA5B}" dt="2026-07-20T16:33:26.952" v="627" actId="1076"/>
          <ac:spMkLst>
            <pc:docMk/>
            <pc:sldMk cId="0" sldId="269"/>
            <ac:spMk id="59" creationId="{00000000-0000-0000-0000-000000000000}"/>
          </ac:spMkLst>
        </pc:spChg>
        <pc:spChg chg="mod">
          <ac:chgData name="" userId="" providerId="" clId="Web-{D2BDC157-81BA-BCE0-9C7E-95E00344CA5B}" dt="2026-07-20T16:33:26.968" v="628" actId="1076"/>
          <ac:spMkLst>
            <pc:docMk/>
            <pc:sldMk cId="0" sldId="269"/>
            <ac:spMk id="60" creationId="{00000000-0000-0000-0000-000000000000}"/>
          </ac:spMkLst>
        </pc:spChg>
        <pc:spChg chg="mod">
          <ac:chgData name="" userId="" providerId="" clId="Web-{D2BDC157-81BA-BCE0-9C7E-95E00344CA5B}" dt="2026-07-20T16:33:26.983" v="629" actId="1076"/>
          <ac:spMkLst>
            <pc:docMk/>
            <pc:sldMk cId="0" sldId="269"/>
            <ac:spMk id="61" creationId="{00000000-0000-0000-0000-000000000000}"/>
          </ac:spMkLst>
        </pc:spChg>
        <pc:spChg chg="mod">
          <ac:chgData name="" userId="" providerId="" clId="Web-{D2BDC157-81BA-BCE0-9C7E-95E00344CA5B}" dt="2026-07-20T16:33:26.999" v="630" actId="1076"/>
          <ac:spMkLst>
            <pc:docMk/>
            <pc:sldMk cId="0" sldId="269"/>
            <ac:spMk id="62" creationId="{00000000-0000-0000-0000-000000000000}"/>
          </ac:spMkLst>
        </pc:spChg>
        <pc:spChg chg="mod">
          <ac:chgData name="" userId="" providerId="" clId="Web-{D2BDC157-81BA-BCE0-9C7E-95E00344CA5B}" dt="2026-07-20T16:33:27.015" v="631" actId="1076"/>
          <ac:spMkLst>
            <pc:docMk/>
            <pc:sldMk cId="0" sldId="269"/>
            <ac:spMk id="63" creationId="{00000000-0000-0000-0000-000000000000}"/>
          </ac:spMkLst>
        </pc:spChg>
        <pc:spChg chg="mod">
          <ac:chgData name="" userId="" providerId="" clId="Web-{D2BDC157-81BA-BCE0-9C7E-95E00344CA5B}" dt="2026-07-20T16:33:27.030" v="632" actId="1076"/>
          <ac:spMkLst>
            <pc:docMk/>
            <pc:sldMk cId="0" sldId="269"/>
            <ac:spMk id="64" creationId="{00000000-0000-0000-0000-000000000000}"/>
          </ac:spMkLst>
        </pc:spChg>
        <pc:spChg chg="mod">
          <ac:chgData name="" userId="" providerId="" clId="Web-{D2BDC157-81BA-BCE0-9C7E-95E00344CA5B}" dt="2026-07-20T16:33:27.046" v="633" actId="1076"/>
          <ac:spMkLst>
            <pc:docMk/>
            <pc:sldMk cId="0" sldId="269"/>
            <ac:spMk id="65" creationId="{00000000-0000-0000-0000-000000000000}"/>
          </ac:spMkLst>
        </pc:spChg>
        <pc:spChg chg="mod">
          <ac:chgData name="" userId="" providerId="" clId="Web-{D2BDC157-81BA-BCE0-9C7E-95E00344CA5B}" dt="2026-07-20T16:33:27.061" v="634" actId="1076"/>
          <ac:spMkLst>
            <pc:docMk/>
            <pc:sldMk cId="0" sldId="269"/>
            <ac:spMk id="66" creationId="{00000000-0000-0000-0000-000000000000}"/>
          </ac:spMkLst>
        </pc:spChg>
        <pc:spChg chg="mod">
          <ac:chgData name="" userId="" providerId="" clId="Web-{D2BDC157-81BA-BCE0-9C7E-95E00344CA5B}" dt="2026-07-20T16:33:27.077" v="635" actId="1076"/>
          <ac:spMkLst>
            <pc:docMk/>
            <pc:sldMk cId="0" sldId="269"/>
            <ac:spMk id="67" creationId="{00000000-0000-0000-0000-000000000000}"/>
          </ac:spMkLst>
        </pc:spChg>
        <pc:spChg chg="mod">
          <ac:chgData name="" userId="" providerId="" clId="Web-{D2BDC157-81BA-BCE0-9C7E-95E00344CA5B}" dt="2026-07-20T16:33:27.093" v="636" actId="1076"/>
          <ac:spMkLst>
            <pc:docMk/>
            <pc:sldMk cId="0" sldId="269"/>
            <ac:spMk id="68" creationId="{00000000-0000-0000-0000-000000000000}"/>
          </ac:spMkLst>
        </pc:spChg>
        <pc:spChg chg="mod">
          <ac:chgData name="" userId="" providerId="" clId="Web-{D2BDC157-81BA-BCE0-9C7E-95E00344CA5B}" dt="2026-07-20T16:33:27.108" v="637" actId="1076"/>
          <ac:spMkLst>
            <pc:docMk/>
            <pc:sldMk cId="0" sldId="269"/>
            <ac:spMk id="69" creationId="{00000000-0000-0000-0000-000000000000}"/>
          </ac:spMkLst>
        </pc:spChg>
      </pc:sldChg>
      <pc:sldChg chg="delSp modSp">
        <pc:chgData name="" userId="" providerId="" clId="Web-{D2BDC157-81BA-BCE0-9C7E-95E00344CA5B}" dt="2026-07-20T16:35:31.046" v="655" actId="1076"/>
        <pc:sldMkLst>
          <pc:docMk/>
          <pc:sldMk cId="0" sldId="270"/>
        </pc:sldMkLst>
        <pc:spChg chg="mod">
          <ac:chgData name="" userId="" providerId="" clId="Web-{D2BDC157-81BA-BCE0-9C7E-95E00344CA5B}" dt="2026-07-20T16:35:31.046" v="655" actId="1076"/>
          <ac:spMkLst>
            <pc:docMk/>
            <pc:sldMk cId="0" sldId="270"/>
            <ac:spMk id="2" creationId="{00000000-0000-0000-0000-000000000000}"/>
          </ac:spMkLst>
        </pc:spChg>
        <pc:spChg chg="mod">
          <ac:chgData name="" userId="" providerId="" clId="Web-{D2BDC157-81BA-BCE0-9C7E-95E00344CA5B}" dt="2026-07-20T16:35:25.077" v="654" actId="1076"/>
          <ac:spMkLst>
            <pc:docMk/>
            <pc:sldMk cId="0" sldId="270"/>
            <ac:spMk id="3" creationId="{00000000-0000-0000-0000-000000000000}"/>
          </ac:spMkLst>
        </pc:spChg>
        <pc:spChg chg="mod">
          <ac:chgData name="" userId="" providerId="" clId="Web-{D2BDC157-81BA-BCE0-9C7E-95E00344CA5B}" dt="2026-07-20T16:35:04.921" v="651" actId="20577"/>
          <ac:spMkLst>
            <pc:docMk/>
            <pc:sldMk cId="0" sldId="270"/>
            <ac:spMk id="4" creationId="{00000000-0000-0000-0000-000000000000}"/>
          </ac:spMkLst>
        </pc:spChg>
        <pc:spChg chg="del">
          <ac:chgData name="" userId="" providerId="" clId="Web-{D2BDC157-81BA-BCE0-9C7E-95E00344CA5B}" dt="2026-07-20T16:34:35.405" v="644"/>
          <ac:spMkLst>
            <pc:docMk/>
            <pc:sldMk cId="0" sldId="270"/>
            <ac:spMk id="5" creationId="{00000000-0000-0000-0000-000000000000}"/>
          </ac:spMkLst>
        </pc:spChg>
        <pc:spChg chg="del">
          <ac:chgData name="" userId="" providerId="" clId="Web-{D2BDC157-81BA-BCE0-9C7E-95E00344CA5B}" dt="2026-07-20T16:34:37.202" v="645"/>
          <ac:spMkLst>
            <pc:docMk/>
            <pc:sldMk cId="0" sldId="270"/>
            <ac:spMk id="6" creationId="{00000000-0000-0000-0000-000000000000}"/>
          </ac:spMkLst>
        </pc:spChg>
        <pc:spChg chg="mod">
          <ac:chgData name="" userId="" providerId="" clId="Web-{D2BDC157-81BA-BCE0-9C7E-95E00344CA5B}" dt="2026-07-20T16:34:52.108" v="648" actId="14100"/>
          <ac:spMkLst>
            <pc:docMk/>
            <pc:sldMk cId="0" sldId="270"/>
            <ac:spMk id="8" creationId="{00000000-0000-0000-0000-000000000000}"/>
          </ac:spMkLst>
        </pc:spChg>
        <pc:graphicFrameChg chg="mod modGraphic">
          <ac:chgData name="" userId="" providerId="" clId="Web-{D2BDC157-81BA-BCE0-9C7E-95E00344CA5B}" dt="2026-07-20T16:34:56.249" v="649"/>
          <ac:graphicFrameMkLst>
            <pc:docMk/>
            <pc:sldMk cId="0" sldId="270"/>
            <ac:graphicFrameMk id="7" creationId="{00000000-0000-0000-0000-000000000000}"/>
          </ac:graphicFrameMkLst>
        </pc:graphicFrameChg>
      </pc:sldChg>
      <pc:sldChg chg="delSp modSp add del">
        <pc:chgData name="" userId="" providerId="" clId="Web-{D2BDC157-81BA-BCE0-9C7E-95E00344CA5B}" dt="2026-07-20T16:32:45.374" v="568" actId="1076"/>
        <pc:sldMkLst>
          <pc:docMk/>
          <pc:sldMk cId="0" sldId="271"/>
        </pc:sldMkLst>
        <pc:spChg chg="mod">
          <ac:chgData name="" userId="" providerId="" clId="Web-{D2BDC157-81BA-BCE0-9C7E-95E00344CA5B}" dt="2026-07-20T16:29:25.139" v="494" actId="20577"/>
          <ac:spMkLst>
            <pc:docMk/>
            <pc:sldMk cId="0" sldId="271"/>
            <ac:spMk id="2" creationId="{00000000-0000-0000-0000-000000000000}"/>
          </ac:spMkLst>
        </pc:spChg>
        <pc:spChg chg="mod">
          <ac:chgData name="" userId="" providerId="" clId="Web-{D2BDC157-81BA-BCE0-9C7E-95E00344CA5B}" dt="2026-07-20T16:27:03.716" v="432" actId="20577"/>
          <ac:spMkLst>
            <pc:docMk/>
            <pc:sldMk cId="0" sldId="271"/>
            <ac:spMk id="3" creationId="{00000000-0000-0000-0000-000000000000}"/>
          </ac:spMkLst>
        </pc:spChg>
        <pc:spChg chg="mod">
          <ac:chgData name="" userId="" providerId="" clId="Web-{D2BDC157-81BA-BCE0-9C7E-95E00344CA5B}" dt="2026-07-20T16:32:45.374" v="568" actId="1076"/>
          <ac:spMkLst>
            <pc:docMk/>
            <pc:sldMk cId="0" sldId="271"/>
            <ac:spMk id="4" creationId="{00000000-0000-0000-0000-000000000000}"/>
          </ac:spMkLst>
        </pc:spChg>
        <pc:spChg chg="del mod">
          <ac:chgData name="" userId="" providerId="" clId="Web-{D2BDC157-81BA-BCE0-9C7E-95E00344CA5B}" dt="2026-07-20T16:28:02.388" v="458"/>
          <ac:spMkLst>
            <pc:docMk/>
            <pc:sldMk cId="0" sldId="271"/>
            <ac:spMk id="5" creationId="{00000000-0000-0000-0000-000000000000}"/>
          </ac:spMkLst>
        </pc:spChg>
        <pc:spChg chg="mod">
          <ac:chgData name="" userId="" providerId="" clId="Web-{D2BDC157-81BA-BCE0-9C7E-95E00344CA5B}" dt="2026-07-20T16:28:15.404" v="467" actId="1076"/>
          <ac:spMkLst>
            <pc:docMk/>
            <pc:sldMk cId="0" sldId="271"/>
            <ac:spMk id="6" creationId="{00000000-0000-0000-0000-000000000000}"/>
          </ac:spMkLst>
        </pc:spChg>
        <pc:spChg chg="mod">
          <ac:chgData name="" userId="" providerId="" clId="Web-{D2BDC157-81BA-BCE0-9C7E-95E00344CA5B}" dt="2026-07-20T16:28:21.279" v="471" actId="1076"/>
          <ac:spMkLst>
            <pc:docMk/>
            <pc:sldMk cId="0" sldId="271"/>
            <ac:spMk id="7" creationId="{00000000-0000-0000-0000-000000000000}"/>
          </ac:spMkLst>
        </pc:spChg>
        <pc:spChg chg="mod">
          <ac:chgData name="" userId="" providerId="" clId="Web-{D2BDC157-81BA-BCE0-9C7E-95E00344CA5B}" dt="2026-07-20T16:28:21.279" v="472" actId="1076"/>
          <ac:spMkLst>
            <pc:docMk/>
            <pc:sldMk cId="0" sldId="271"/>
            <ac:spMk id="8" creationId="{00000000-0000-0000-0000-000000000000}"/>
          </ac:spMkLst>
        </pc:spChg>
        <pc:spChg chg="mod">
          <ac:chgData name="" userId="" providerId="" clId="Web-{D2BDC157-81BA-BCE0-9C7E-95E00344CA5B}" dt="2026-07-20T16:28:21.294" v="473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" userId="" providerId="" clId="Web-{D2BDC157-81BA-BCE0-9C7E-95E00344CA5B}" dt="2026-07-20T16:28:21.310" v="474" actId="1076"/>
          <ac:spMkLst>
            <pc:docMk/>
            <pc:sldMk cId="0" sldId="271"/>
            <ac:spMk id="10" creationId="{00000000-0000-0000-0000-000000000000}"/>
          </ac:spMkLst>
        </pc:spChg>
        <pc:spChg chg="mod">
          <ac:chgData name="" userId="" providerId="" clId="Web-{D2BDC157-81BA-BCE0-9C7E-95E00344CA5B}" dt="2026-07-20T16:28:21.326" v="475" actId="1076"/>
          <ac:spMkLst>
            <pc:docMk/>
            <pc:sldMk cId="0" sldId="271"/>
            <ac:spMk id="11" creationId="{00000000-0000-0000-0000-000000000000}"/>
          </ac:spMkLst>
        </pc:spChg>
        <pc:spChg chg="mod">
          <ac:chgData name="" userId="" providerId="" clId="Web-{D2BDC157-81BA-BCE0-9C7E-95E00344CA5B}" dt="2026-07-20T16:28:21.326" v="476" actId="1076"/>
          <ac:spMkLst>
            <pc:docMk/>
            <pc:sldMk cId="0" sldId="271"/>
            <ac:spMk id="12" creationId="{00000000-0000-0000-0000-000000000000}"/>
          </ac:spMkLst>
        </pc:spChg>
        <pc:spChg chg="mod">
          <ac:chgData name="" userId="" providerId="" clId="Web-{D2BDC157-81BA-BCE0-9C7E-95E00344CA5B}" dt="2026-07-20T16:28:21.341" v="477" actId="1076"/>
          <ac:spMkLst>
            <pc:docMk/>
            <pc:sldMk cId="0" sldId="271"/>
            <ac:spMk id="13" creationId="{00000000-0000-0000-0000-000000000000}"/>
          </ac:spMkLst>
        </pc:spChg>
        <pc:spChg chg="mod">
          <ac:chgData name="" userId="" providerId="" clId="Web-{D2BDC157-81BA-BCE0-9C7E-95E00344CA5B}" dt="2026-07-20T16:28:21.357" v="478" actId="1076"/>
          <ac:spMkLst>
            <pc:docMk/>
            <pc:sldMk cId="0" sldId="271"/>
            <ac:spMk id="14" creationId="{00000000-0000-0000-0000-000000000000}"/>
          </ac:spMkLst>
        </pc:spChg>
        <pc:spChg chg="mod">
          <ac:chgData name="" userId="" providerId="" clId="Web-{D2BDC157-81BA-BCE0-9C7E-95E00344CA5B}" dt="2026-07-20T16:28:21.372" v="479" actId="1076"/>
          <ac:spMkLst>
            <pc:docMk/>
            <pc:sldMk cId="0" sldId="271"/>
            <ac:spMk id="15" creationId="{00000000-0000-0000-0000-000000000000}"/>
          </ac:spMkLst>
        </pc:spChg>
        <pc:spChg chg="mod">
          <ac:chgData name="" userId="" providerId="" clId="Web-{D2BDC157-81BA-BCE0-9C7E-95E00344CA5B}" dt="2026-07-20T16:28:21.388" v="480" actId="1076"/>
          <ac:spMkLst>
            <pc:docMk/>
            <pc:sldMk cId="0" sldId="271"/>
            <ac:spMk id="16" creationId="{00000000-0000-0000-0000-000000000000}"/>
          </ac:spMkLst>
        </pc:spChg>
        <pc:spChg chg="mod">
          <ac:chgData name="" userId="" providerId="" clId="Web-{D2BDC157-81BA-BCE0-9C7E-95E00344CA5B}" dt="2026-07-20T16:28:21.388" v="481" actId="1076"/>
          <ac:spMkLst>
            <pc:docMk/>
            <pc:sldMk cId="0" sldId="271"/>
            <ac:spMk id="17" creationId="{00000000-0000-0000-0000-000000000000}"/>
          </ac:spMkLst>
        </pc:spChg>
        <pc:spChg chg="mod">
          <ac:chgData name="" userId="" providerId="" clId="Web-{D2BDC157-81BA-BCE0-9C7E-95E00344CA5B}" dt="2026-07-20T16:28:21.404" v="482" actId="1076"/>
          <ac:spMkLst>
            <pc:docMk/>
            <pc:sldMk cId="0" sldId="271"/>
            <ac:spMk id="18" creationId="{00000000-0000-0000-0000-000000000000}"/>
          </ac:spMkLst>
        </pc:spChg>
        <pc:spChg chg="mod">
          <ac:chgData name="" userId="" providerId="" clId="Web-{D2BDC157-81BA-BCE0-9C7E-95E00344CA5B}" dt="2026-07-20T16:28:21.419" v="483" actId="1076"/>
          <ac:spMkLst>
            <pc:docMk/>
            <pc:sldMk cId="0" sldId="271"/>
            <ac:spMk id="19" creationId="{00000000-0000-0000-0000-000000000000}"/>
          </ac:spMkLst>
        </pc:spChg>
        <pc:spChg chg="mod">
          <ac:chgData name="" userId="" providerId="" clId="Web-{D2BDC157-81BA-BCE0-9C7E-95E00344CA5B}" dt="2026-07-20T16:28:21.419" v="484" actId="1076"/>
          <ac:spMkLst>
            <pc:docMk/>
            <pc:sldMk cId="0" sldId="271"/>
            <ac:spMk id="20" creationId="{00000000-0000-0000-0000-000000000000}"/>
          </ac:spMkLst>
        </pc:spChg>
        <pc:spChg chg="mod">
          <ac:chgData name="" userId="" providerId="" clId="Web-{D2BDC157-81BA-BCE0-9C7E-95E00344CA5B}" dt="2026-07-20T16:28:21.435" v="485" actId="1076"/>
          <ac:spMkLst>
            <pc:docMk/>
            <pc:sldMk cId="0" sldId="271"/>
            <ac:spMk id="21" creationId="{00000000-0000-0000-0000-000000000000}"/>
          </ac:spMkLst>
        </pc:spChg>
        <pc:spChg chg="mod">
          <ac:chgData name="" userId="" providerId="" clId="Web-{D2BDC157-81BA-BCE0-9C7E-95E00344CA5B}" dt="2026-07-20T16:28:21.451" v="486" actId="1076"/>
          <ac:spMkLst>
            <pc:docMk/>
            <pc:sldMk cId="0" sldId="271"/>
            <ac:spMk id="22" creationId="{00000000-0000-0000-0000-000000000000}"/>
          </ac:spMkLst>
        </pc:spChg>
        <pc:spChg chg="mod">
          <ac:chgData name="" userId="" providerId="" clId="Web-{D2BDC157-81BA-BCE0-9C7E-95E00344CA5B}" dt="2026-07-20T16:28:21.466" v="487" actId="1076"/>
          <ac:spMkLst>
            <pc:docMk/>
            <pc:sldMk cId="0" sldId="271"/>
            <ac:spMk id="23" creationId="{00000000-0000-0000-0000-000000000000}"/>
          </ac:spMkLst>
        </pc:spChg>
        <pc:spChg chg="mod">
          <ac:chgData name="" userId="" providerId="" clId="Web-{D2BDC157-81BA-BCE0-9C7E-95E00344CA5B}" dt="2026-07-20T16:28:21.466" v="488" actId="1076"/>
          <ac:spMkLst>
            <pc:docMk/>
            <pc:sldMk cId="0" sldId="271"/>
            <ac:spMk id="24" creationId="{00000000-0000-0000-0000-000000000000}"/>
          </ac:spMkLst>
        </pc:spChg>
        <pc:spChg chg="mod">
          <ac:chgData name="" userId="" providerId="" clId="Web-{D2BDC157-81BA-BCE0-9C7E-95E00344CA5B}" dt="2026-07-20T16:28:15.404" v="468" actId="1076"/>
          <ac:spMkLst>
            <pc:docMk/>
            <pc:sldMk cId="0" sldId="271"/>
            <ac:spMk id="25" creationId="{00000000-0000-0000-0000-000000000000}"/>
          </ac:spMkLst>
        </pc:spChg>
        <pc:spChg chg="mod">
          <ac:chgData name="" userId="" providerId="" clId="Web-{D2BDC157-81BA-BCE0-9C7E-95E00344CA5B}" dt="2026-07-20T16:28:15.419" v="469" actId="1076"/>
          <ac:spMkLst>
            <pc:docMk/>
            <pc:sldMk cId="0" sldId="271"/>
            <ac:spMk id="26" creationId="{00000000-0000-0000-0000-000000000000}"/>
          </ac:spMkLst>
        </pc:spChg>
        <pc:spChg chg="mod">
          <ac:chgData name="" userId="" providerId="" clId="Web-{D2BDC157-81BA-BCE0-9C7E-95E00344CA5B}" dt="2026-07-20T16:28:15.435" v="470" actId="1076"/>
          <ac:spMkLst>
            <pc:docMk/>
            <pc:sldMk cId="0" sldId="271"/>
            <ac:spMk id="27" creationId="{00000000-0000-0000-0000-000000000000}"/>
          </ac:spMkLst>
        </pc:spChg>
      </pc:sldChg>
      <pc:sldChg chg="delSp modSp add del">
        <pc:chgData name="" userId="" providerId="" clId="Web-{D2BDC157-81BA-BCE0-9C7E-95E00344CA5B}" dt="2026-07-20T16:36:12.327" v="660" actId="20577"/>
        <pc:sldMkLst>
          <pc:docMk/>
          <pc:sldMk cId="0" sldId="272"/>
        </pc:sldMkLst>
        <pc:spChg chg="mod">
          <ac:chgData name="" userId="" providerId="" clId="Web-{D2BDC157-81BA-BCE0-9C7E-95E00344CA5B}" dt="2026-07-20T16:36:12.327" v="660" actId="20577"/>
          <ac:spMkLst>
            <pc:docMk/>
            <pc:sldMk cId="0" sldId="272"/>
            <ac:spMk id="2" creationId="{00000000-0000-0000-0000-000000000000}"/>
          </ac:spMkLst>
        </pc:spChg>
        <pc:spChg chg="mod">
          <ac:chgData name="" userId="" providerId="" clId="Web-{D2BDC157-81BA-BCE0-9C7E-95E00344CA5B}" dt="2026-07-20T16:32:09.171" v="564" actId="1076"/>
          <ac:spMkLst>
            <pc:docMk/>
            <pc:sldMk cId="0" sldId="272"/>
            <ac:spMk id="3" creationId="{00000000-0000-0000-0000-000000000000}"/>
          </ac:spMkLst>
        </pc:spChg>
        <pc:spChg chg="mod">
          <ac:chgData name="" userId="" providerId="" clId="Web-{D2BDC157-81BA-BCE0-9C7E-95E00344CA5B}" dt="2026-07-20T16:32:54.749" v="569" actId="1076"/>
          <ac:spMkLst>
            <pc:docMk/>
            <pc:sldMk cId="0" sldId="272"/>
            <ac:spMk id="4" creationId="{00000000-0000-0000-0000-000000000000}"/>
          </ac:spMkLst>
        </pc:spChg>
        <pc:spChg chg="del mod">
          <ac:chgData name="" userId="" providerId="" clId="Web-{D2BDC157-81BA-BCE0-9C7E-95E00344CA5B}" dt="2026-07-20T16:31:01.389" v="537"/>
          <ac:spMkLst>
            <pc:docMk/>
            <pc:sldMk cId="0" sldId="272"/>
            <ac:spMk id="5" creationId="{00000000-0000-0000-0000-000000000000}"/>
          </ac:spMkLst>
        </pc:spChg>
        <pc:spChg chg="del mod">
          <ac:chgData name="" userId="" providerId="" clId="Web-{D2BDC157-81BA-BCE0-9C7E-95E00344CA5B}" dt="2026-07-20T16:30:47.389" v="535"/>
          <ac:spMkLst>
            <pc:docMk/>
            <pc:sldMk cId="0" sldId="272"/>
            <ac:spMk id="6" creationId="{00000000-0000-0000-0000-000000000000}"/>
          </ac:spMkLst>
        </pc:spChg>
        <pc:spChg chg="mod">
          <ac:chgData name="" userId="" providerId="" clId="Web-{D2BDC157-81BA-BCE0-9C7E-95E00344CA5B}" dt="2026-07-20T16:31:07.999" v="538" actId="1076"/>
          <ac:spMkLst>
            <pc:docMk/>
            <pc:sldMk cId="0" sldId="272"/>
            <ac:spMk id="7" creationId="{00000000-0000-0000-0000-000000000000}"/>
          </ac:spMkLst>
        </pc:spChg>
        <pc:spChg chg="mod">
          <ac:chgData name="" userId="" providerId="" clId="Web-{D2BDC157-81BA-BCE0-9C7E-95E00344CA5B}" dt="2026-07-20T16:31:08.014" v="539" actId="1076"/>
          <ac:spMkLst>
            <pc:docMk/>
            <pc:sldMk cId="0" sldId="272"/>
            <ac:spMk id="8" creationId="{00000000-0000-0000-0000-000000000000}"/>
          </ac:spMkLst>
        </pc:spChg>
        <pc:spChg chg="mod">
          <ac:chgData name="" userId="" providerId="" clId="Web-{D2BDC157-81BA-BCE0-9C7E-95E00344CA5B}" dt="2026-07-20T16:31:08.014" v="540" actId="1076"/>
          <ac:spMkLst>
            <pc:docMk/>
            <pc:sldMk cId="0" sldId="272"/>
            <ac:spMk id="9" creationId="{00000000-0000-0000-0000-000000000000}"/>
          </ac:spMkLst>
        </pc:spChg>
        <pc:spChg chg="mod">
          <ac:chgData name="" userId="" providerId="" clId="Web-{D2BDC157-81BA-BCE0-9C7E-95E00344CA5B}" dt="2026-07-20T16:31:08.030" v="541" actId="1076"/>
          <ac:spMkLst>
            <pc:docMk/>
            <pc:sldMk cId="0" sldId="272"/>
            <ac:spMk id="10" creationId="{00000000-0000-0000-0000-000000000000}"/>
          </ac:spMkLst>
        </pc:spChg>
        <pc:spChg chg="mod">
          <ac:chgData name="" userId="" providerId="" clId="Web-{D2BDC157-81BA-BCE0-9C7E-95E00344CA5B}" dt="2026-07-20T16:31:08.046" v="542" actId="1076"/>
          <ac:spMkLst>
            <pc:docMk/>
            <pc:sldMk cId="0" sldId="272"/>
            <ac:spMk id="11" creationId="{00000000-0000-0000-0000-000000000000}"/>
          </ac:spMkLst>
        </pc:spChg>
        <pc:spChg chg="mod">
          <ac:chgData name="" userId="" providerId="" clId="Web-{D2BDC157-81BA-BCE0-9C7E-95E00344CA5B}" dt="2026-07-20T16:31:08.046" v="543" actId="1076"/>
          <ac:spMkLst>
            <pc:docMk/>
            <pc:sldMk cId="0" sldId="272"/>
            <ac:spMk id="12" creationId="{00000000-0000-0000-0000-000000000000}"/>
          </ac:spMkLst>
        </pc:spChg>
        <pc:spChg chg="mod">
          <ac:chgData name="" userId="" providerId="" clId="Web-{D2BDC157-81BA-BCE0-9C7E-95E00344CA5B}" dt="2026-07-20T16:31:08.061" v="544" actId="1076"/>
          <ac:spMkLst>
            <pc:docMk/>
            <pc:sldMk cId="0" sldId="272"/>
            <ac:spMk id="13" creationId="{00000000-0000-0000-0000-000000000000}"/>
          </ac:spMkLst>
        </pc:spChg>
        <pc:spChg chg="mod">
          <ac:chgData name="" userId="" providerId="" clId="Web-{D2BDC157-81BA-BCE0-9C7E-95E00344CA5B}" dt="2026-07-20T16:31:08.077" v="545" actId="1076"/>
          <ac:spMkLst>
            <pc:docMk/>
            <pc:sldMk cId="0" sldId="272"/>
            <ac:spMk id="14" creationId="{00000000-0000-0000-0000-000000000000}"/>
          </ac:spMkLst>
        </pc:spChg>
        <pc:spChg chg="mod">
          <ac:chgData name="" userId="" providerId="" clId="Web-{D2BDC157-81BA-BCE0-9C7E-95E00344CA5B}" dt="2026-07-20T16:31:08.077" v="546" actId="1076"/>
          <ac:spMkLst>
            <pc:docMk/>
            <pc:sldMk cId="0" sldId="272"/>
            <ac:spMk id="15" creationId="{00000000-0000-0000-0000-000000000000}"/>
          </ac:spMkLst>
        </pc:spChg>
        <pc:spChg chg="mod">
          <ac:chgData name="" userId="" providerId="" clId="Web-{D2BDC157-81BA-BCE0-9C7E-95E00344CA5B}" dt="2026-07-20T16:31:08.092" v="547" actId="1076"/>
          <ac:spMkLst>
            <pc:docMk/>
            <pc:sldMk cId="0" sldId="272"/>
            <ac:spMk id="16" creationId="{00000000-0000-0000-0000-000000000000}"/>
          </ac:spMkLst>
        </pc:spChg>
        <pc:spChg chg="mod">
          <ac:chgData name="" userId="" providerId="" clId="Web-{D2BDC157-81BA-BCE0-9C7E-95E00344CA5B}" dt="2026-07-20T16:31:08.108" v="548" actId="1076"/>
          <ac:spMkLst>
            <pc:docMk/>
            <pc:sldMk cId="0" sldId="272"/>
            <ac:spMk id="17" creationId="{00000000-0000-0000-0000-000000000000}"/>
          </ac:spMkLst>
        </pc:spChg>
        <pc:spChg chg="mod">
          <ac:chgData name="" userId="" providerId="" clId="Web-{D2BDC157-81BA-BCE0-9C7E-95E00344CA5B}" dt="2026-07-20T16:31:08.108" v="549" actId="1076"/>
          <ac:spMkLst>
            <pc:docMk/>
            <pc:sldMk cId="0" sldId="272"/>
            <ac:spMk id="18" creationId="{00000000-0000-0000-0000-000000000000}"/>
          </ac:spMkLst>
        </pc:spChg>
        <pc:spChg chg="mod">
          <ac:chgData name="" userId="" providerId="" clId="Web-{D2BDC157-81BA-BCE0-9C7E-95E00344CA5B}" dt="2026-07-20T16:31:08.124" v="550" actId="1076"/>
          <ac:spMkLst>
            <pc:docMk/>
            <pc:sldMk cId="0" sldId="272"/>
            <ac:spMk id="19" creationId="{00000000-0000-0000-0000-000000000000}"/>
          </ac:spMkLst>
        </pc:spChg>
        <pc:spChg chg="mod">
          <ac:chgData name="" userId="" providerId="" clId="Web-{D2BDC157-81BA-BCE0-9C7E-95E00344CA5B}" dt="2026-07-20T16:31:08.139" v="551" actId="1076"/>
          <ac:spMkLst>
            <pc:docMk/>
            <pc:sldMk cId="0" sldId="272"/>
            <ac:spMk id="20" creationId="{00000000-0000-0000-0000-000000000000}"/>
          </ac:spMkLst>
        </pc:spChg>
        <pc:spChg chg="mod">
          <ac:chgData name="" userId="" providerId="" clId="Web-{D2BDC157-81BA-BCE0-9C7E-95E00344CA5B}" dt="2026-07-20T16:31:08.139" v="552" actId="1076"/>
          <ac:spMkLst>
            <pc:docMk/>
            <pc:sldMk cId="0" sldId="272"/>
            <ac:spMk id="21" creationId="{00000000-0000-0000-0000-000000000000}"/>
          </ac:spMkLst>
        </pc:spChg>
        <pc:spChg chg="mod">
          <ac:chgData name="" userId="" providerId="" clId="Web-{D2BDC157-81BA-BCE0-9C7E-95E00344CA5B}" dt="2026-07-20T16:31:08.155" v="553" actId="1076"/>
          <ac:spMkLst>
            <pc:docMk/>
            <pc:sldMk cId="0" sldId="272"/>
            <ac:spMk id="22" creationId="{00000000-0000-0000-0000-000000000000}"/>
          </ac:spMkLst>
        </pc:spChg>
        <pc:spChg chg="mod">
          <ac:chgData name="" userId="" providerId="" clId="Web-{D2BDC157-81BA-BCE0-9C7E-95E00344CA5B}" dt="2026-07-20T16:31:08.171" v="554" actId="1076"/>
          <ac:spMkLst>
            <pc:docMk/>
            <pc:sldMk cId="0" sldId="272"/>
            <ac:spMk id="23" creationId="{00000000-0000-0000-0000-000000000000}"/>
          </ac:spMkLst>
        </pc:spChg>
        <pc:spChg chg="mod">
          <ac:chgData name="" userId="" providerId="" clId="Web-{D2BDC157-81BA-BCE0-9C7E-95E00344CA5B}" dt="2026-07-20T16:31:08.186" v="555" actId="1076"/>
          <ac:spMkLst>
            <pc:docMk/>
            <pc:sldMk cId="0" sldId="272"/>
            <ac:spMk id="24" creationId="{00000000-0000-0000-0000-000000000000}"/>
          </ac:spMkLst>
        </pc:spChg>
        <pc:spChg chg="mod">
          <ac:chgData name="" userId="" providerId="" clId="Web-{D2BDC157-81BA-BCE0-9C7E-95E00344CA5B}" dt="2026-07-20T16:31:08.186" v="556" actId="1076"/>
          <ac:spMkLst>
            <pc:docMk/>
            <pc:sldMk cId="0" sldId="272"/>
            <ac:spMk id="25" creationId="{00000000-0000-0000-0000-000000000000}"/>
          </ac:spMkLst>
        </pc:spChg>
        <pc:spChg chg="mod">
          <ac:chgData name="" userId="" providerId="" clId="Web-{D2BDC157-81BA-BCE0-9C7E-95E00344CA5B}" dt="2026-07-20T16:31:08.202" v="557" actId="1076"/>
          <ac:spMkLst>
            <pc:docMk/>
            <pc:sldMk cId="0" sldId="272"/>
            <ac:spMk id="26" creationId="{00000000-0000-0000-0000-000000000000}"/>
          </ac:spMkLst>
        </pc:spChg>
        <pc:spChg chg="mod">
          <ac:chgData name="" userId="" providerId="" clId="Web-{D2BDC157-81BA-BCE0-9C7E-95E00344CA5B}" dt="2026-07-20T16:31:08.217" v="558" actId="1076"/>
          <ac:spMkLst>
            <pc:docMk/>
            <pc:sldMk cId="0" sldId="272"/>
            <ac:spMk id="27" creationId="{00000000-0000-0000-0000-000000000000}"/>
          </ac:spMkLst>
        </pc:spChg>
      </pc:sldChg>
      <pc:sldChg chg="delSp modSp">
        <pc:chgData name="" userId="" providerId="" clId="Web-{D2BDC157-81BA-BCE0-9C7E-95E00344CA5B}" dt="2026-07-20T16:39:12.062" v="737" actId="20577"/>
        <pc:sldMkLst>
          <pc:docMk/>
          <pc:sldMk cId="0" sldId="273"/>
        </pc:sldMkLst>
        <pc:spChg chg="mod">
          <ac:chgData name="" userId="" providerId="" clId="Web-{D2BDC157-81BA-BCE0-9C7E-95E00344CA5B}" dt="2026-07-20T16:39:12.062" v="737" actId="20577"/>
          <ac:spMkLst>
            <pc:docMk/>
            <pc:sldMk cId="0" sldId="273"/>
            <ac:spMk id="2" creationId="{00000000-0000-0000-0000-000000000000}"/>
          </ac:spMkLst>
        </pc:spChg>
        <pc:spChg chg="mod">
          <ac:chgData name="" userId="" providerId="" clId="Web-{D2BDC157-81BA-BCE0-9C7E-95E00344CA5B}" dt="2026-07-20T16:36:57.124" v="691" actId="1076"/>
          <ac:spMkLst>
            <pc:docMk/>
            <pc:sldMk cId="0" sldId="273"/>
            <ac:spMk id="3" creationId="{00000000-0000-0000-0000-000000000000}"/>
          </ac:spMkLst>
        </pc:spChg>
        <pc:spChg chg="mod">
          <ac:chgData name="" userId="" providerId="" clId="Web-{D2BDC157-81BA-BCE0-9C7E-95E00344CA5B}" dt="2026-07-20T16:37:15.890" v="695" actId="1076"/>
          <ac:spMkLst>
            <pc:docMk/>
            <pc:sldMk cId="0" sldId="273"/>
            <ac:spMk id="4" creationId="{00000000-0000-0000-0000-000000000000}"/>
          </ac:spMkLst>
        </pc:spChg>
        <pc:spChg chg="del mod">
          <ac:chgData name="" userId="" providerId="" clId="Web-{D2BDC157-81BA-BCE0-9C7E-95E00344CA5B}" dt="2026-07-20T16:36:42.952" v="668"/>
          <ac:spMkLst>
            <pc:docMk/>
            <pc:sldMk cId="0" sldId="273"/>
            <ac:spMk id="5" creationId="{00000000-0000-0000-0000-000000000000}"/>
          </ac:spMkLst>
        </pc:spChg>
        <pc:spChg chg="del">
          <ac:chgData name="" userId="" providerId="" clId="Web-{D2BDC157-81BA-BCE0-9C7E-95E00344CA5B}" dt="2026-07-20T16:36:39.749" v="666"/>
          <ac:spMkLst>
            <pc:docMk/>
            <pc:sldMk cId="0" sldId="273"/>
            <ac:spMk id="6" creationId="{00000000-0000-0000-0000-000000000000}"/>
          </ac:spMkLst>
        </pc:spChg>
        <pc:spChg chg="mod">
          <ac:chgData name="" userId="" providerId="" clId="Web-{D2BDC157-81BA-BCE0-9C7E-95E00344CA5B}" dt="2026-07-20T16:36:47.312" v="669" actId="1076"/>
          <ac:spMkLst>
            <pc:docMk/>
            <pc:sldMk cId="0" sldId="273"/>
            <ac:spMk id="7" creationId="{00000000-0000-0000-0000-000000000000}"/>
          </ac:spMkLst>
        </pc:spChg>
        <pc:spChg chg="mod">
          <ac:chgData name="" userId="" providerId="" clId="Web-{D2BDC157-81BA-BCE0-9C7E-95E00344CA5B}" dt="2026-07-20T16:36:47.327" v="670" actId="1076"/>
          <ac:spMkLst>
            <pc:docMk/>
            <pc:sldMk cId="0" sldId="273"/>
            <ac:spMk id="8" creationId="{00000000-0000-0000-0000-000000000000}"/>
          </ac:spMkLst>
        </pc:spChg>
        <pc:spChg chg="mod">
          <ac:chgData name="" userId="" providerId="" clId="Web-{D2BDC157-81BA-BCE0-9C7E-95E00344CA5B}" dt="2026-07-20T16:36:47.343" v="671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" userId="" providerId="" clId="Web-{D2BDC157-81BA-BCE0-9C7E-95E00344CA5B}" dt="2026-07-20T16:36:47.359" v="672" actId="1076"/>
          <ac:spMkLst>
            <pc:docMk/>
            <pc:sldMk cId="0" sldId="273"/>
            <ac:spMk id="10" creationId="{00000000-0000-0000-0000-000000000000}"/>
          </ac:spMkLst>
        </pc:spChg>
        <pc:spChg chg="mod">
          <ac:chgData name="" userId="" providerId="" clId="Web-{D2BDC157-81BA-BCE0-9C7E-95E00344CA5B}" dt="2026-07-20T16:36:47.374" v="673" actId="1076"/>
          <ac:spMkLst>
            <pc:docMk/>
            <pc:sldMk cId="0" sldId="273"/>
            <ac:spMk id="11" creationId="{00000000-0000-0000-0000-000000000000}"/>
          </ac:spMkLst>
        </pc:spChg>
        <pc:spChg chg="mod">
          <ac:chgData name="" userId="" providerId="" clId="Web-{D2BDC157-81BA-BCE0-9C7E-95E00344CA5B}" dt="2026-07-20T16:36:47.374" v="674" actId="1076"/>
          <ac:spMkLst>
            <pc:docMk/>
            <pc:sldMk cId="0" sldId="273"/>
            <ac:spMk id="12" creationId="{00000000-0000-0000-0000-000000000000}"/>
          </ac:spMkLst>
        </pc:spChg>
        <pc:spChg chg="mod">
          <ac:chgData name="" userId="" providerId="" clId="Web-{D2BDC157-81BA-BCE0-9C7E-95E00344CA5B}" dt="2026-07-20T16:36:47.390" v="675" actId="1076"/>
          <ac:spMkLst>
            <pc:docMk/>
            <pc:sldMk cId="0" sldId="273"/>
            <ac:spMk id="13" creationId="{00000000-0000-0000-0000-000000000000}"/>
          </ac:spMkLst>
        </pc:spChg>
        <pc:spChg chg="mod">
          <ac:chgData name="" userId="" providerId="" clId="Web-{D2BDC157-81BA-BCE0-9C7E-95E00344CA5B}" dt="2026-07-20T16:36:47.405" v="676" actId="1076"/>
          <ac:spMkLst>
            <pc:docMk/>
            <pc:sldMk cId="0" sldId="273"/>
            <ac:spMk id="14" creationId="{00000000-0000-0000-0000-000000000000}"/>
          </ac:spMkLst>
        </pc:spChg>
        <pc:spChg chg="mod">
          <ac:chgData name="" userId="" providerId="" clId="Web-{D2BDC157-81BA-BCE0-9C7E-95E00344CA5B}" dt="2026-07-20T16:36:47.421" v="677" actId="1076"/>
          <ac:spMkLst>
            <pc:docMk/>
            <pc:sldMk cId="0" sldId="273"/>
            <ac:spMk id="15" creationId="{00000000-0000-0000-0000-000000000000}"/>
          </ac:spMkLst>
        </pc:spChg>
        <pc:spChg chg="mod">
          <ac:chgData name="" userId="" providerId="" clId="Web-{D2BDC157-81BA-BCE0-9C7E-95E00344CA5B}" dt="2026-07-20T16:36:47.421" v="678" actId="1076"/>
          <ac:spMkLst>
            <pc:docMk/>
            <pc:sldMk cId="0" sldId="273"/>
            <ac:spMk id="16" creationId="{00000000-0000-0000-0000-000000000000}"/>
          </ac:spMkLst>
        </pc:spChg>
        <pc:spChg chg="mod">
          <ac:chgData name="" userId="" providerId="" clId="Web-{D2BDC157-81BA-BCE0-9C7E-95E00344CA5B}" dt="2026-07-20T16:36:47.437" v="679" actId="1076"/>
          <ac:spMkLst>
            <pc:docMk/>
            <pc:sldMk cId="0" sldId="273"/>
            <ac:spMk id="17" creationId="{00000000-0000-0000-0000-000000000000}"/>
          </ac:spMkLst>
        </pc:spChg>
        <pc:spChg chg="mod">
          <ac:chgData name="" userId="" providerId="" clId="Web-{D2BDC157-81BA-BCE0-9C7E-95E00344CA5B}" dt="2026-07-20T16:36:47.452" v="680" actId="1076"/>
          <ac:spMkLst>
            <pc:docMk/>
            <pc:sldMk cId="0" sldId="273"/>
            <ac:spMk id="18" creationId="{00000000-0000-0000-0000-000000000000}"/>
          </ac:spMkLst>
        </pc:spChg>
        <pc:spChg chg="mod">
          <ac:chgData name="" userId="" providerId="" clId="Web-{D2BDC157-81BA-BCE0-9C7E-95E00344CA5B}" dt="2026-07-20T16:36:47.468" v="681" actId="1076"/>
          <ac:spMkLst>
            <pc:docMk/>
            <pc:sldMk cId="0" sldId="273"/>
            <ac:spMk id="19" creationId="{00000000-0000-0000-0000-000000000000}"/>
          </ac:spMkLst>
        </pc:spChg>
        <pc:spChg chg="mod">
          <ac:chgData name="" userId="" providerId="" clId="Web-{D2BDC157-81BA-BCE0-9C7E-95E00344CA5B}" dt="2026-07-20T16:36:47.468" v="682" actId="1076"/>
          <ac:spMkLst>
            <pc:docMk/>
            <pc:sldMk cId="0" sldId="273"/>
            <ac:spMk id="20" creationId="{00000000-0000-0000-0000-000000000000}"/>
          </ac:spMkLst>
        </pc:spChg>
        <pc:spChg chg="mod">
          <ac:chgData name="" userId="" providerId="" clId="Web-{D2BDC157-81BA-BCE0-9C7E-95E00344CA5B}" dt="2026-07-20T16:36:47.484" v="683" actId="1076"/>
          <ac:spMkLst>
            <pc:docMk/>
            <pc:sldMk cId="0" sldId="273"/>
            <ac:spMk id="21" creationId="{00000000-0000-0000-0000-000000000000}"/>
          </ac:spMkLst>
        </pc:spChg>
        <pc:spChg chg="mod">
          <ac:chgData name="" userId="" providerId="" clId="Web-{D2BDC157-81BA-BCE0-9C7E-95E00344CA5B}" dt="2026-07-20T16:37:39.093" v="696" actId="1076"/>
          <ac:spMkLst>
            <pc:docMk/>
            <pc:sldMk cId="0" sldId="273"/>
            <ac:spMk id="22" creationId="{00000000-0000-0000-0000-000000000000}"/>
          </ac:spMkLst>
        </pc:spChg>
        <pc:spChg chg="mod">
          <ac:chgData name="" userId="" providerId="" clId="Web-{D2BDC157-81BA-BCE0-9C7E-95E00344CA5B}" dt="2026-07-20T16:37:42.812" v="697" actId="1076"/>
          <ac:spMkLst>
            <pc:docMk/>
            <pc:sldMk cId="0" sldId="273"/>
            <ac:spMk id="23" creationId="{00000000-0000-0000-0000-000000000000}"/>
          </ac:spMkLst>
        </pc:spChg>
        <pc:spChg chg="mod">
          <ac:chgData name="" userId="" providerId="" clId="Web-{D2BDC157-81BA-BCE0-9C7E-95E00344CA5B}" dt="2026-07-20T16:37:46.452" v="698" actId="1076"/>
          <ac:spMkLst>
            <pc:docMk/>
            <pc:sldMk cId="0" sldId="273"/>
            <ac:spMk id="24" creationId="{00000000-0000-0000-0000-000000000000}"/>
          </ac:spMkLst>
        </pc:spChg>
        <pc:spChg chg="mod">
          <ac:chgData name="" userId="" providerId="" clId="Web-{D2BDC157-81BA-BCE0-9C7E-95E00344CA5B}" dt="2026-07-20T16:36:47.530" v="687" actId="1076"/>
          <ac:spMkLst>
            <pc:docMk/>
            <pc:sldMk cId="0" sldId="273"/>
            <ac:spMk id="25" creationId="{00000000-0000-0000-0000-000000000000}"/>
          </ac:spMkLst>
        </pc:spChg>
        <pc:spChg chg="mod">
          <ac:chgData name="" userId="" providerId="" clId="Web-{D2BDC157-81BA-BCE0-9C7E-95E00344CA5B}" dt="2026-07-20T16:36:47.546" v="688" actId="1076"/>
          <ac:spMkLst>
            <pc:docMk/>
            <pc:sldMk cId="0" sldId="273"/>
            <ac:spMk id="26" creationId="{00000000-0000-0000-0000-000000000000}"/>
          </ac:spMkLst>
        </pc:spChg>
      </pc:sldChg>
      <pc:sldChg chg="add del">
        <pc:chgData name="" userId="" providerId="" clId="Web-{D2BDC157-81BA-BCE0-9C7E-95E00344CA5B}" dt="2026-07-20T16:25:34.622" v="426"/>
        <pc:sldMkLst>
          <pc:docMk/>
          <pc:sldMk cId="0" sldId="274"/>
        </pc:sldMkLst>
      </pc:sldChg>
      <pc:sldChg chg="delSp modSp">
        <pc:chgData name="" userId="" providerId="" clId="Web-{D2BDC157-81BA-BCE0-9C7E-95E00344CA5B}" dt="2026-07-20T16:39:16.984" v="739" actId="20577"/>
        <pc:sldMkLst>
          <pc:docMk/>
          <pc:sldMk cId="0" sldId="275"/>
        </pc:sldMkLst>
        <pc:spChg chg="mod">
          <ac:chgData name="" userId="" providerId="" clId="Web-{D2BDC157-81BA-BCE0-9C7E-95E00344CA5B}" dt="2026-07-20T16:39:16.984" v="739" actId="20577"/>
          <ac:spMkLst>
            <pc:docMk/>
            <pc:sldMk cId="0" sldId="275"/>
            <ac:spMk id="2" creationId="{00000000-0000-0000-0000-000000000000}"/>
          </ac:spMkLst>
        </pc:spChg>
        <pc:spChg chg="mod">
          <ac:chgData name="" userId="" providerId="" clId="Web-{D2BDC157-81BA-BCE0-9C7E-95E00344CA5B}" dt="2026-07-20T16:38:54.687" v="734" actId="1076"/>
          <ac:spMkLst>
            <pc:docMk/>
            <pc:sldMk cId="0" sldId="275"/>
            <ac:spMk id="3" creationId="{00000000-0000-0000-0000-000000000000}"/>
          </ac:spMkLst>
        </pc:spChg>
        <pc:spChg chg="mod">
          <ac:chgData name="" userId="" providerId="" clId="Web-{D2BDC157-81BA-BCE0-9C7E-95E00344CA5B}" dt="2026-07-20T16:38:48.374" v="732" actId="1076"/>
          <ac:spMkLst>
            <pc:docMk/>
            <pc:sldMk cId="0" sldId="275"/>
            <ac:spMk id="4" creationId="{00000000-0000-0000-0000-000000000000}"/>
          </ac:spMkLst>
        </pc:spChg>
        <pc:spChg chg="del">
          <ac:chgData name="" userId="" providerId="" clId="Web-{D2BDC157-81BA-BCE0-9C7E-95E00344CA5B}" dt="2026-07-20T16:38:31.718" v="699"/>
          <ac:spMkLst>
            <pc:docMk/>
            <pc:sldMk cId="0" sldId="275"/>
            <ac:spMk id="5" creationId="{00000000-0000-0000-0000-000000000000}"/>
          </ac:spMkLst>
        </pc:spChg>
        <pc:spChg chg="del">
          <ac:chgData name="" userId="" providerId="" clId="Web-{D2BDC157-81BA-BCE0-9C7E-95E00344CA5B}" dt="2026-07-20T16:38:33.468" v="700"/>
          <ac:spMkLst>
            <pc:docMk/>
            <pc:sldMk cId="0" sldId="275"/>
            <ac:spMk id="6" creationId="{00000000-0000-0000-0000-000000000000}"/>
          </ac:spMkLst>
        </pc:spChg>
        <pc:spChg chg="mod">
          <ac:chgData name="" userId="" providerId="" clId="Web-{D2BDC157-81BA-BCE0-9C7E-95E00344CA5B}" dt="2026-07-20T16:38:40.312" v="701" actId="1076"/>
          <ac:spMkLst>
            <pc:docMk/>
            <pc:sldMk cId="0" sldId="275"/>
            <ac:spMk id="7" creationId="{00000000-0000-0000-0000-000000000000}"/>
          </ac:spMkLst>
        </pc:spChg>
        <pc:spChg chg="mod">
          <ac:chgData name="" userId="" providerId="" clId="Web-{D2BDC157-81BA-BCE0-9C7E-95E00344CA5B}" dt="2026-07-20T16:38:40.328" v="702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" userId="" providerId="" clId="Web-{D2BDC157-81BA-BCE0-9C7E-95E00344CA5B}" dt="2026-07-20T16:38:40.343" v="703" actId="1076"/>
          <ac:spMkLst>
            <pc:docMk/>
            <pc:sldMk cId="0" sldId="275"/>
            <ac:spMk id="9" creationId="{00000000-0000-0000-0000-000000000000}"/>
          </ac:spMkLst>
        </pc:spChg>
        <pc:spChg chg="mod">
          <ac:chgData name="" userId="" providerId="" clId="Web-{D2BDC157-81BA-BCE0-9C7E-95E00344CA5B}" dt="2026-07-20T16:38:40.359" v="704" actId="1076"/>
          <ac:spMkLst>
            <pc:docMk/>
            <pc:sldMk cId="0" sldId="275"/>
            <ac:spMk id="10" creationId="{00000000-0000-0000-0000-000000000000}"/>
          </ac:spMkLst>
        </pc:spChg>
        <pc:spChg chg="mod">
          <ac:chgData name="" userId="" providerId="" clId="Web-{D2BDC157-81BA-BCE0-9C7E-95E00344CA5B}" dt="2026-07-20T16:38:40.374" v="705" actId="1076"/>
          <ac:spMkLst>
            <pc:docMk/>
            <pc:sldMk cId="0" sldId="275"/>
            <ac:spMk id="11" creationId="{00000000-0000-0000-0000-000000000000}"/>
          </ac:spMkLst>
        </pc:spChg>
        <pc:spChg chg="mod">
          <ac:chgData name="" userId="" providerId="" clId="Web-{D2BDC157-81BA-BCE0-9C7E-95E00344CA5B}" dt="2026-07-20T16:38:40.390" v="706" actId="1076"/>
          <ac:spMkLst>
            <pc:docMk/>
            <pc:sldMk cId="0" sldId="275"/>
            <ac:spMk id="12" creationId="{00000000-0000-0000-0000-000000000000}"/>
          </ac:spMkLst>
        </pc:spChg>
        <pc:spChg chg="mod">
          <ac:chgData name="" userId="" providerId="" clId="Web-{D2BDC157-81BA-BCE0-9C7E-95E00344CA5B}" dt="2026-07-20T16:38:40.406" v="707" actId="1076"/>
          <ac:spMkLst>
            <pc:docMk/>
            <pc:sldMk cId="0" sldId="275"/>
            <ac:spMk id="13" creationId="{00000000-0000-0000-0000-000000000000}"/>
          </ac:spMkLst>
        </pc:spChg>
        <pc:spChg chg="mod">
          <ac:chgData name="" userId="" providerId="" clId="Web-{D2BDC157-81BA-BCE0-9C7E-95E00344CA5B}" dt="2026-07-20T16:38:40.406" v="708" actId="1076"/>
          <ac:spMkLst>
            <pc:docMk/>
            <pc:sldMk cId="0" sldId="275"/>
            <ac:spMk id="14" creationId="{00000000-0000-0000-0000-000000000000}"/>
          </ac:spMkLst>
        </pc:spChg>
        <pc:spChg chg="mod">
          <ac:chgData name="" userId="" providerId="" clId="Web-{D2BDC157-81BA-BCE0-9C7E-95E00344CA5B}" dt="2026-07-20T16:38:40.421" v="709" actId="1076"/>
          <ac:spMkLst>
            <pc:docMk/>
            <pc:sldMk cId="0" sldId="275"/>
            <ac:spMk id="15" creationId="{00000000-0000-0000-0000-000000000000}"/>
          </ac:spMkLst>
        </pc:spChg>
        <pc:spChg chg="mod">
          <ac:chgData name="" userId="" providerId="" clId="Web-{D2BDC157-81BA-BCE0-9C7E-95E00344CA5B}" dt="2026-07-20T16:38:40.437" v="710" actId="1076"/>
          <ac:spMkLst>
            <pc:docMk/>
            <pc:sldMk cId="0" sldId="275"/>
            <ac:spMk id="16" creationId="{00000000-0000-0000-0000-000000000000}"/>
          </ac:spMkLst>
        </pc:spChg>
        <pc:spChg chg="mod">
          <ac:chgData name="" userId="" providerId="" clId="Web-{D2BDC157-81BA-BCE0-9C7E-95E00344CA5B}" dt="2026-07-20T16:38:40.453" v="711" actId="1076"/>
          <ac:spMkLst>
            <pc:docMk/>
            <pc:sldMk cId="0" sldId="275"/>
            <ac:spMk id="17" creationId="{00000000-0000-0000-0000-000000000000}"/>
          </ac:spMkLst>
        </pc:spChg>
        <pc:spChg chg="mod">
          <ac:chgData name="" userId="" providerId="" clId="Web-{D2BDC157-81BA-BCE0-9C7E-95E00344CA5B}" dt="2026-07-20T16:38:40.468" v="712" actId="1076"/>
          <ac:spMkLst>
            <pc:docMk/>
            <pc:sldMk cId="0" sldId="275"/>
            <ac:spMk id="18" creationId="{00000000-0000-0000-0000-000000000000}"/>
          </ac:spMkLst>
        </pc:spChg>
        <pc:spChg chg="mod">
          <ac:chgData name="" userId="" providerId="" clId="Web-{D2BDC157-81BA-BCE0-9C7E-95E00344CA5B}" dt="2026-07-20T16:38:40.468" v="713" actId="1076"/>
          <ac:spMkLst>
            <pc:docMk/>
            <pc:sldMk cId="0" sldId="275"/>
            <ac:spMk id="19" creationId="{00000000-0000-0000-0000-000000000000}"/>
          </ac:spMkLst>
        </pc:spChg>
        <pc:spChg chg="mod">
          <ac:chgData name="" userId="" providerId="" clId="Web-{D2BDC157-81BA-BCE0-9C7E-95E00344CA5B}" dt="2026-07-20T16:38:40.484" v="714" actId="1076"/>
          <ac:spMkLst>
            <pc:docMk/>
            <pc:sldMk cId="0" sldId="275"/>
            <ac:spMk id="20" creationId="{00000000-0000-0000-0000-000000000000}"/>
          </ac:spMkLst>
        </pc:spChg>
        <pc:spChg chg="mod">
          <ac:chgData name="" userId="" providerId="" clId="Web-{D2BDC157-81BA-BCE0-9C7E-95E00344CA5B}" dt="2026-07-20T16:38:40.499" v="715" actId="1076"/>
          <ac:spMkLst>
            <pc:docMk/>
            <pc:sldMk cId="0" sldId="275"/>
            <ac:spMk id="21" creationId="{00000000-0000-0000-0000-000000000000}"/>
          </ac:spMkLst>
        </pc:spChg>
        <pc:spChg chg="mod">
          <ac:chgData name="" userId="" providerId="" clId="Web-{D2BDC157-81BA-BCE0-9C7E-95E00344CA5B}" dt="2026-07-20T16:38:40.515" v="716" actId="1076"/>
          <ac:spMkLst>
            <pc:docMk/>
            <pc:sldMk cId="0" sldId="275"/>
            <ac:spMk id="22" creationId="{00000000-0000-0000-0000-000000000000}"/>
          </ac:spMkLst>
        </pc:spChg>
        <pc:spChg chg="mod">
          <ac:chgData name="" userId="" providerId="" clId="Web-{D2BDC157-81BA-BCE0-9C7E-95E00344CA5B}" dt="2026-07-20T16:38:40.531" v="717" actId="1076"/>
          <ac:spMkLst>
            <pc:docMk/>
            <pc:sldMk cId="0" sldId="275"/>
            <ac:spMk id="23" creationId="{00000000-0000-0000-0000-000000000000}"/>
          </ac:spMkLst>
        </pc:spChg>
        <pc:spChg chg="mod">
          <ac:chgData name="" userId="" providerId="" clId="Web-{D2BDC157-81BA-BCE0-9C7E-95E00344CA5B}" dt="2026-07-20T16:38:40.531" v="718" actId="1076"/>
          <ac:spMkLst>
            <pc:docMk/>
            <pc:sldMk cId="0" sldId="275"/>
            <ac:spMk id="24" creationId="{00000000-0000-0000-0000-000000000000}"/>
          </ac:spMkLst>
        </pc:spChg>
        <pc:spChg chg="mod">
          <ac:chgData name="" userId="" providerId="" clId="Web-{D2BDC157-81BA-BCE0-9C7E-95E00344CA5B}" dt="2026-07-20T16:38:40.546" v="719" actId="1076"/>
          <ac:spMkLst>
            <pc:docMk/>
            <pc:sldMk cId="0" sldId="275"/>
            <ac:spMk id="25" creationId="{00000000-0000-0000-0000-000000000000}"/>
          </ac:spMkLst>
        </pc:spChg>
        <pc:spChg chg="mod">
          <ac:chgData name="" userId="" providerId="" clId="Web-{D2BDC157-81BA-BCE0-9C7E-95E00344CA5B}" dt="2026-07-20T16:38:40.562" v="720" actId="1076"/>
          <ac:spMkLst>
            <pc:docMk/>
            <pc:sldMk cId="0" sldId="275"/>
            <ac:spMk id="26" creationId="{00000000-0000-0000-0000-000000000000}"/>
          </ac:spMkLst>
        </pc:spChg>
        <pc:spChg chg="mod">
          <ac:chgData name="" userId="" providerId="" clId="Web-{D2BDC157-81BA-BCE0-9C7E-95E00344CA5B}" dt="2026-07-20T16:38:40.578" v="721" actId="1076"/>
          <ac:spMkLst>
            <pc:docMk/>
            <pc:sldMk cId="0" sldId="275"/>
            <ac:spMk id="27" creationId="{00000000-0000-0000-0000-000000000000}"/>
          </ac:spMkLst>
        </pc:spChg>
        <pc:spChg chg="mod">
          <ac:chgData name="" userId="" providerId="" clId="Web-{D2BDC157-81BA-BCE0-9C7E-95E00344CA5B}" dt="2026-07-20T16:38:40.578" v="722" actId="1076"/>
          <ac:spMkLst>
            <pc:docMk/>
            <pc:sldMk cId="0" sldId="275"/>
            <ac:spMk id="28" creationId="{00000000-0000-0000-0000-000000000000}"/>
          </ac:spMkLst>
        </pc:spChg>
        <pc:spChg chg="mod">
          <ac:chgData name="" userId="" providerId="" clId="Web-{D2BDC157-81BA-BCE0-9C7E-95E00344CA5B}" dt="2026-07-20T16:38:40.593" v="723" actId="1076"/>
          <ac:spMkLst>
            <pc:docMk/>
            <pc:sldMk cId="0" sldId="275"/>
            <ac:spMk id="29" creationId="{00000000-0000-0000-0000-000000000000}"/>
          </ac:spMkLst>
        </pc:spChg>
        <pc:spChg chg="mod">
          <ac:chgData name="" userId="" providerId="" clId="Web-{D2BDC157-81BA-BCE0-9C7E-95E00344CA5B}" dt="2026-07-20T16:38:40.609" v="724" actId="1076"/>
          <ac:spMkLst>
            <pc:docMk/>
            <pc:sldMk cId="0" sldId="275"/>
            <ac:spMk id="30" creationId="{00000000-0000-0000-0000-000000000000}"/>
          </ac:spMkLst>
        </pc:spChg>
        <pc:spChg chg="mod">
          <ac:chgData name="" userId="" providerId="" clId="Web-{D2BDC157-81BA-BCE0-9C7E-95E00344CA5B}" dt="2026-07-20T16:38:40.624" v="725" actId="1076"/>
          <ac:spMkLst>
            <pc:docMk/>
            <pc:sldMk cId="0" sldId="275"/>
            <ac:spMk id="31" creationId="{00000000-0000-0000-0000-000000000000}"/>
          </ac:spMkLst>
        </pc:spChg>
        <pc:spChg chg="mod">
          <ac:chgData name="" userId="" providerId="" clId="Web-{D2BDC157-81BA-BCE0-9C7E-95E00344CA5B}" dt="2026-07-20T16:38:40.624" v="726" actId="1076"/>
          <ac:spMkLst>
            <pc:docMk/>
            <pc:sldMk cId="0" sldId="275"/>
            <ac:spMk id="32" creationId="{00000000-0000-0000-0000-000000000000}"/>
          </ac:spMkLst>
        </pc:spChg>
        <pc:spChg chg="mod">
          <ac:chgData name="" userId="" providerId="" clId="Web-{D2BDC157-81BA-BCE0-9C7E-95E00344CA5B}" dt="2026-07-20T16:38:40.640" v="727" actId="1076"/>
          <ac:spMkLst>
            <pc:docMk/>
            <pc:sldMk cId="0" sldId="275"/>
            <ac:spMk id="33" creationId="{00000000-0000-0000-0000-000000000000}"/>
          </ac:spMkLst>
        </pc:spChg>
        <pc:spChg chg="mod">
          <ac:chgData name="" userId="" providerId="" clId="Web-{D2BDC157-81BA-BCE0-9C7E-95E00344CA5B}" dt="2026-07-20T16:38:40.656" v="728" actId="1076"/>
          <ac:spMkLst>
            <pc:docMk/>
            <pc:sldMk cId="0" sldId="275"/>
            <ac:spMk id="34" creationId="{00000000-0000-0000-0000-000000000000}"/>
          </ac:spMkLst>
        </pc:spChg>
        <pc:spChg chg="mod">
          <ac:chgData name="" userId="" providerId="" clId="Web-{D2BDC157-81BA-BCE0-9C7E-95E00344CA5B}" dt="2026-07-20T16:38:40.671" v="729" actId="1076"/>
          <ac:spMkLst>
            <pc:docMk/>
            <pc:sldMk cId="0" sldId="275"/>
            <ac:spMk id="35" creationId="{00000000-0000-0000-0000-000000000000}"/>
          </ac:spMkLst>
        </pc:spChg>
        <pc:spChg chg="mod">
          <ac:chgData name="" userId="" providerId="" clId="Web-{D2BDC157-81BA-BCE0-9C7E-95E00344CA5B}" dt="2026-07-20T16:38:40.687" v="730" actId="1076"/>
          <ac:spMkLst>
            <pc:docMk/>
            <pc:sldMk cId="0" sldId="275"/>
            <ac:spMk id="36" creationId="{00000000-0000-0000-0000-000000000000}"/>
          </ac:spMkLst>
        </pc:spChg>
      </pc:sldChg>
      <pc:sldChg chg="delSp modSp">
        <pc:chgData name="" userId="" providerId="" clId="Web-{D2BDC157-81BA-BCE0-9C7E-95E00344CA5B}" dt="2026-07-20T16:40:04.500" v="790" actId="1076"/>
        <pc:sldMkLst>
          <pc:docMk/>
          <pc:sldMk cId="0" sldId="276"/>
        </pc:sldMkLst>
        <pc:spChg chg="mod">
          <ac:chgData name="" userId="" providerId="" clId="Web-{D2BDC157-81BA-BCE0-9C7E-95E00344CA5B}" dt="2026-07-20T16:40:04.500" v="790" actId="1076"/>
          <ac:spMkLst>
            <pc:docMk/>
            <pc:sldMk cId="0" sldId="276"/>
            <ac:spMk id="2" creationId="{00000000-0000-0000-0000-000000000000}"/>
          </ac:spMkLst>
        </pc:spChg>
        <pc:spChg chg="mod">
          <ac:chgData name="" userId="" providerId="" clId="Web-{D2BDC157-81BA-BCE0-9C7E-95E00344CA5B}" dt="2026-07-20T16:40:00.921" v="789" actId="1076"/>
          <ac:spMkLst>
            <pc:docMk/>
            <pc:sldMk cId="0" sldId="276"/>
            <ac:spMk id="3" creationId="{00000000-0000-0000-0000-000000000000}"/>
          </ac:spMkLst>
        </pc:spChg>
        <pc:spChg chg="mod">
          <ac:chgData name="" userId="" providerId="" clId="Web-{D2BDC157-81BA-BCE0-9C7E-95E00344CA5B}" dt="2026-07-20T16:39:53.796" v="787" actId="1076"/>
          <ac:spMkLst>
            <pc:docMk/>
            <pc:sldMk cId="0" sldId="276"/>
            <ac:spMk id="4" creationId="{00000000-0000-0000-0000-000000000000}"/>
          </ac:spMkLst>
        </pc:spChg>
        <pc:spChg chg="del mod">
          <ac:chgData name="" userId="" providerId="" clId="Web-{D2BDC157-81BA-BCE0-9C7E-95E00344CA5B}" dt="2026-07-20T16:39:49.078" v="784"/>
          <ac:spMkLst>
            <pc:docMk/>
            <pc:sldMk cId="0" sldId="276"/>
            <ac:spMk id="5" creationId="{00000000-0000-0000-0000-000000000000}"/>
          </ac:spMkLst>
        </pc:spChg>
        <pc:spChg chg="del mod">
          <ac:chgData name="" userId="" providerId="" clId="Web-{D2BDC157-81BA-BCE0-9C7E-95E00344CA5B}" dt="2026-07-20T16:39:49.109" v="785"/>
          <ac:spMkLst>
            <pc:docMk/>
            <pc:sldMk cId="0" sldId="276"/>
            <ac:spMk id="6" creationId="{00000000-0000-0000-0000-000000000000}"/>
          </ac:spMkLst>
        </pc:spChg>
        <pc:spChg chg="mod">
          <ac:chgData name="" userId="" providerId="" clId="Web-{D2BDC157-81BA-BCE0-9C7E-95E00344CA5B}" dt="2026-07-20T16:39:48.281" v="745" actId="1076"/>
          <ac:spMkLst>
            <pc:docMk/>
            <pc:sldMk cId="0" sldId="276"/>
            <ac:spMk id="7" creationId="{00000000-0000-0000-0000-000000000000}"/>
          </ac:spMkLst>
        </pc:spChg>
        <pc:spChg chg="mod">
          <ac:chgData name="" userId="" providerId="" clId="Web-{D2BDC157-81BA-BCE0-9C7E-95E00344CA5B}" dt="2026-07-20T16:39:48.281" v="746" actId="1076"/>
          <ac:spMkLst>
            <pc:docMk/>
            <pc:sldMk cId="0" sldId="276"/>
            <ac:spMk id="8" creationId="{00000000-0000-0000-0000-000000000000}"/>
          </ac:spMkLst>
        </pc:spChg>
        <pc:spChg chg="mod">
          <ac:chgData name="" userId="" providerId="" clId="Web-{D2BDC157-81BA-BCE0-9C7E-95E00344CA5B}" dt="2026-07-20T16:39:48.296" v="747" actId="1076"/>
          <ac:spMkLst>
            <pc:docMk/>
            <pc:sldMk cId="0" sldId="276"/>
            <ac:spMk id="9" creationId="{00000000-0000-0000-0000-000000000000}"/>
          </ac:spMkLst>
        </pc:spChg>
        <pc:spChg chg="mod">
          <ac:chgData name="" userId="" providerId="" clId="Web-{D2BDC157-81BA-BCE0-9C7E-95E00344CA5B}" dt="2026-07-20T16:39:48.312" v="748" actId="1076"/>
          <ac:spMkLst>
            <pc:docMk/>
            <pc:sldMk cId="0" sldId="276"/>
            <ac:spMk id="10" creationId="{00000000-0000-0000-0000-000000000000}"/>
          </ac:spMkLst>
        </pc:spChg>
        <pc:spChg chg="mod">
          <ac:chgData name="" userId="" providerId="" clId="Web-{D2BDC157-81BA-BCE0-9C7E-95E00344CA5B}" dt="2026-07-20T16:39:48.328" v="749" actId="1076"/>
          <ac:spMkLst>
            <pc:docMk/>
            <pc:sldMk cId="0" sldId="276"/>
            <ac:spMk id="11" creationId="{00000000-0000-0000-0000-000000000000}"/>
          </ac:spMkLst>
        </pc:spChg>
        <pc:spChg chg="mod">
          <ac:chgData name="" userId="" providerId="" clId="Web-{D2BDC157-81BA-BCE0-9C7E-95E00344CA5B}" dt="2026-07-20T16:39:48.343" v="750" actId="1076"/>
          <ac:spMkLst>
            <pc:docMk/>
            <pc:sldMk cId="0" sldId="276"/>
            <ac:spMk id="12" creationId="{00000000-0000-0000-0000-000000000000}"/>
          </ac:spMkLst>
        </pc:spChg>
        <pc:spChg chg="mod">
          <ac:chgData name="" userId="" providerId="" clId="Web-{D2BDC157-81BA-BCE0-9C7E-95E00344CA5B}" dt="2026-07-20T16:39:48.359" v="751" actId="1076"/>
          <ac:spMkLst>
            <pc:docMk/>
            <pc:sldMk cId="0" sldId="276"/>
            <ac:spMk id="13" creationId="{00000000-0000-0000-0000-000000000000}"/>
          </ac:spMkLst>
        </pc:spChg>
        <pc:spChg chg="mod">
          <ac:chgData name="" userId="" providerId="" clId="Web-{D2BDC157-81BA-BCE0-9C7E-95E00344CA5B}" dt="2026-07-20T16:39:48.375" v="752" actId="1076"/>
          <ac:spMkLst>
            <pc:docMk/>
            <pc:sldMk cId="0" sldId="276"/>
            <ac:spMk id="14" creationId="{00000000-0000-0000-0000-000000000000}"/>
          </ac:spMkLst>
        </pc:spChg>
        <pc:spChg chg="mod">
          <ac:chgData name="" userId="" providerId="" clId="Web-{D2BDC157-81BA-BCE0-9C7E-95E00344CA5B}" dt="2026-07-20T16:39:48.375" v="753" actId="1076"/>
          <ac:spMkLst>
            <pc:docMk/>
            <pc:sldMk cId="0" sldId="276"/>
            <ac:spMk id="15" creationId="{00000000-0000-0000-0000-000000000000}"/>
          </ac:spMkLst>
        </pc:spChg>
        <pc:spChg chg="mod">
          <ac:chgData name="" userId="" providerId="" clId="Web-{D2BDC157-81BA-BCE0-9C7E-95E00344CA5B}" dt="2026-07-20T16:39:48.390" v="754" actId="1076"/>
          <ac:spMkLst>
            <pc:docMk/>
            <pc:sldMk cId="0" sldId="276"/>
            <ac:spMk id="16" creationId="{00000000-0000-0000-0000-000000000000}"/>
          </ac:spMkLst>
        </pc:spChg>
        <pc:spChg chg="mod">
          <ac:chgData name="" userId="" providerId="" clId="Web-{D2BDC157-81BA-BCE0-9C7E-95E00344CA5B}" dt="2026-07-20T16:39:48.406" v="755" actId="1076"/>
          <ac:spMkLst>
            <pc:docMk/>
            <pc:sldMk cId="0" sldId="276"/>
            <ac:spMk id="17" creationId="{00000000-0000-0000-0000-000000000000}"/>
          </ac:spMkLst>
        </pc:spChg>
        <pc:spChg chg="mod">
          <ac:chgData name="" userId="" providerId="" clId="Web-{D2BDC157-81BA-BCE0-9C7E-95E00344CA5B}" dt="2026-07-20T16:39:48.421" v="756" actId="1076"/>
          <ac:spMkLst>
            <pc:docMk/>
            <pc:sldMk cId="0" sldId="276"/>
            <ac:spMk id="18" creationId="{00000000-0000-0000-0000-000000000000}"/>
          </ac:spMkLst>
        </pc:spChg>
        <pc:spChg chg="mod">
          <ac:chgData name="" userId="" providerId="" clId="Web-{D2BDC157-81BA-BCE0-9C7E-95E00344CA5B}" dt="2026-07-20T16:39:48.437" v="757" actId="1076"/>
          <ac:spMkLst>
            <pc:docMk/>
            <pc:sldMk cId="0" sldId="276"/>
            <ac:spMk id="19" creationId="{00000000-0000-0000-0000-000000000000}"/>
          </ac:spMkLst>
        </pc:spChg>
        <pc:spChg chg="mod">
          <ac:chgData name="" userId="" providerId="" clId="Web-{D2BDC157-81BA-BCE0-9C7E-95E00344CA5B}" dt="2026-07-20T16:39:48.453" v="758" actId="1076"/>
          <ac:spMkLst>
            <pc:docMk/>
            <pc:sldMk cId="0" sldId="276"/>
            <ac:spMk id="20" creationId="{00000000-0000-0000-0000-000000000000}"/>
          </ac:spMkLst>
        </pc:spChg>
        <pc:spChg chg="mod">
          <ac:chgData name="" userId="" providerId="" clId="Web-{D2BDC157-81BA-BCE0-9C7E-95E00344CA5B}" dt="2026-07-20T16:39:48.468" v="759" actId="1076"/>
          <ac:spMkLst>
            <pc:docMk/>
            <pc:sldMk cId="0" sldId="276"/>
            <ac:spMk id="21" creationId="{00000000-0000-0000-0000-000000000000}"/>
          </ac:spMkLst>
        </pc:spChg>
        <pc:spChg chg="mod">
          <ac:chgData name="" userId="" providerId="" clId="Web-{D2BDC157-81BA-BCE0-9C7E-95E00344CA5B}" dt="2026-07-20T16:39:48.484" v="760" actId="1076"/>
          <ac:spMkLst>
            <pc:docMk/>
            <pc:sldMk cId="0" sldId="276"/>
            <ac:spMk id="22" creationId="{00000000-0000-0000-0000-000000000000}"/>
          </ac:spMkLst>
        </pc:spChg>
        <pc:spChg chg="mod">
          <ac:chgData name="" userId="" providerId="" clId="Web-{D2BDC157-81BA-BCE0-9C7E-95E00344CA5B}" dt="2026-07-20T16:39:48.484" v="761" actId="1076"/>
          <ac:spMkLst>
            <pc:docMk/>
            <pc:sldMk cId="0" sldId="276"/>
            <ac:spMk id="23" creationId="{00000000-0000-0000-0000-000000000000}"/>
          </ac:spMkLst>
        </pc:spChg>
        <pc:spChg chg="mod">
          <ac:chgData name="" userId="" providerId="" clId="Web-{D2BDC157-81BA-BCE0-9C7E-95E00344CA5B}" dt="2026-07-20T16:39:48.500" v="762" actId="1076"/>
          <ac:spMkLst>
            <pc:docMk/>
            <pc:sldMk cId="0" sldId="276"/>
            <ac:spMk id="24" creationId="{00000000-0000-0000-0000-000000000000}"/>
          </ac:spMkLst>
        </pc:spChg>
        <pc:spChg chg="mod">
          <ac:chgData name="" userId="" providerId="" clId="Web-{D2BDC157-81BA-BCE0-9C7E-95E00344CA5B}" dt="2026-07-20T16:39:48.515" v="763" actId="1076"/>
          <ac:spMkLst>
            <pc:docMk/>
            <pc:sldMk cId="0" sldId="276"/>
            <ac:spMk id="25" creationId="{00000000-0000-0000-0000-000000000000}"/>
          </ac:spMkLst>
        </pc:spChg>
        <pc:spChg chg="mod">
          <ac:chgData name="" userId="" providerId="" clId="Web-{D2BDC157-81BA-BCE0-9C7E-95E00344CA5B}" dt="2026-07-20T16:39:48.531" v="764" actId="1076"/>
          <ac:spMkLst>
            <pc:docMk/>
            <pc:sldMk cId="0" sldId="276"/>
            <ac:spMk id="26" creationId="{00000000-0000-0000-0000-000000000000}"/>
          </ac:spMkLst>
        </pc:spChg>
        <pc:spChg chg="mod">
          <ac:chgData name="" userId="" providerId="" clId="Web-{D2BDC157-81BA-BCE0-9C7E-95E00344CA5B}" dt="2026-07-20T16:39:48.546" v="765" actId="1076"/>
          <ac:spMkLst>
            <pc:docMk/>
            <pc:sldMk cId="0" sldId="276"/>
            <ac:spMk id="27" creationId="{00000000-0000-0000-0000-000000000000}"/>
          </ac:spMkLst>
        </pc:spChg>
        <pc:spChg chg="mod">
          <ac:chgData name="" userId="" providerId="" clId="Web-{D2BDC157-81BA-BCE0-9C7E-95E00344CA5B}" dt="2026-07-20T16:39:48.562" v="766" actId="1076"/>
          <ac:spMkLst>
            <pc:docMk/>
            <pc:sldMk cId="0" sldId="276"/>
            <ac:spMk id="28" creationId="{00000000-0000-0000-0000-000000000000}"/>
          </ac:spMkLst>
        </pc:spChg>
        <pc:spChg chg="mod">
          <ac:chgData name="" userId="" providerId="" clId="Web-{D2BDC157-81BA-BCE0-9C7E-95E00344CA5B}" dt="2026-07-20T16:39:48.562" v="767" actId="1076"/>
          <ac:spMkLst>
            <pc:docMk/>
            <pc:sldMk cId="0" sldId="276"/>
            <ac:spMk id="29" creationId="{00000000-0000-0000-0000-000000000000}"/>
          </ac:spMkLst>
        </pc:spChg>
        <pc:spChg chg="mod">
          <ac:chgData name="" userId="" providerId="" clId="Web-{D2BDC157-81BA-BCE0-9C7E-95E00344CA5B}" dt="2026-07-20T16:39:48.578" v="768" actId="1076"/>
          <ac:spMkLst>
            <pc:docMk/>
            <pc:sldMk cId="0" sldId="276"/>
            <ac:spMk id="30" creationId="{00000000-0000-0000-0000-000000000000}"/>
          </ac:spMkLst>
        </pc:spChg>
        <pc:spChg chg="mod">
          <ac:chgData name="" userId="" providerId="" clId="Web-{D2BDC157-81BA-BCE0-9C7E-95E00344CA5B}" dt="2026-07-20T16:39:48.593" v="769" actId="1076"/>
          <ac:spMkLst>
            <pc:docMk/>
            <pc:sldMk cId="0" sldId="276"/>
            <ac:spMk id="31" creationId="{00000000-0000-0000-0000-000000000000}"/>
          </ac:spMkLst>
        </pc:spChg>
        <pc:spChg chg="mod">
          <ac:chgData name="" userId="" providerId="" clId="Web-{D2BDC157-81BA-BCE0-9C7E-95E00344CA5B}" dt="2026-07-20T16:39:48.609" v="770" actId="1076"/>
          <ac:spMkLst>
            <pc:docMk/>
            <pc:sldMk cId="0" sldId="276"/>
            <ac:spMk id="32" creationId="{00000000-0000-0000-0000-000000000000}"/>
          </ac:spMkLst>
        </pc:spChg>
        <pc:spChg chg="mod">
          <ac:chgData name="" userId="" providerId="" clId="Web-{D2BDC157-81BA-BCE0-9C7E-95E00344CA5B}" dt="2026-07-20T16:39:48.625" v="771" actId="1076"/>
          <ac:spMkLst>
            <pc:docMk/>
            <pc:sldMk cId="0" sldId="276"/>
            <ac:spMk id="33" creationId="{00000000-0000-0000-0000-000000000000}"/>
          </ac:spMkLst>
        </pc:spChg>
        <pc:spChg chg="mod">
          <ac:chgData name="" userId="" providerId="" clId="Web-{D2BDC157-81BA-BCE0-9C7E-95E00344CA5B}" dt="2026-07-20T16:39:48.640" v="772" actId="1076"/>
          <ac:spMkLst>
            <pc:docMk/>
            <pc:sldMk cId="0" sldId="276"/>
            <ac:spMk id="34" creationId="{00000000-0000-0000-0000-000000000000}"/>
          </ac:spMkLst>
        </pc:spChg>
        <pc:spChg chg="mod">
          <ac:chgData name="" userId="" providerId="" clId="Web-{D2BDC157-81BA-BCE0-9C7E-95E00344CA5B}" dt="2026-07-20T16:39:48.640" v="773" actId="1076"/>
          <ac:spMkLst>
            <pc:docMk/>
            <pc:sldMk cId="0" sldId="276"/>
            <ac:spMk id="35" creationId="{00000000-0000-0000-0000-000000000000}"/>
          </ac:spMkLst>
        </pc:spChg>
        <pc:spChg chg="mod">
          <ac:chgData name="" userId="" providerId="" clId="Web-{D2BDC157-81BA-BCE0-9C7E-95E00344CA5B}" dt="2026-07-20T16:39:48.656" v="774" actId="1076"/>
          <ac:spMkLst>
            <pc:docMk/>
            <pc:sldMk cId="0" sldId="276"/>
            <ac:spMk id="36" creationId="{00000000-0000-0000-0000-000000000000}"/>
          </ac:spMkLst>
        </pc:spChg>
        <pc:spChg chg="mod">
          <ac:chgData name="" userId="" providerId="" clId="Web-{D2BDC157-81BA-BCE0-9C7E-95E00344CA5B}" dt="2026-07-20T16:39:48.671" v="775" actId="1076"/>
          <ac:spMkLst>
            <pc:docMk/>
            <pc:sldMk cId="0" sldId="276"/>
            <ac:spMk id="37" creationId="{00000000-0000-0000-0000-000000000000}"/>
          </ac:spMkLst>
        </pc:spChg>
        <pc:spChg chg="mod">
          <ac:chgData name="" userId="" providerId="" clId="Web-{D2BDC157-81BA-BCE0-9C7E-95E00344CA5B}" dt="2026-07-20T16:39:48.687" v="776" actId="1076"/>
          <ac:spMkLst>
            <pc:docMk/>
            <pc:sldMk cId="0" sldId="276"/>
            <ac:spMk id="38" creationId="{00000000-0000-0000-0000-000000000000}"/>
          </ac:spMkLst>
        </pc:spChg>
        <pc:spChg chg="mod">
          <ac:chgData name="" userId="" providerId="" clId="Web-{D2BDC157-81BA-BCE0-9C7E-95E00344CA5B}" dt="2026-07-20T16:39:48.703" v="777" actId="1076"/>
          <ac:spMkLst>
            <pc:docMk/>
            <pc:sldMk cId="0" sldId="276"/>
            <ac:spMk id="39" creationId="{00000000-0000-0000-0000-000000000000}"/>
          </ac:spMkLst>
        </pc:spChg>
        <pc:spChg chg="mod">
          <ac:chgData name="" userId="" providerId="" clId="Web-{D2BDC157-81BA-BCE0-9C7E-95E00344CA5B}" dt="2026-07-20T16:39:48.718" v="778" actId="1076"/>
          <ac:spMkLst>
            <pc:docMk/>
            <pc:sldMk cId="0" sldId="276"/>
            <ac:spMk id="40" creationId="{00000000-0000-0000-0000-000000000000}"/>
          </ac:spMkLst>
        </pc:spChg>
        <pc:spChg chg="mod">
          <ac:chgData name="" userId="" providerId="" clId="Web-{D2BDC157-81BA-BCE0-9C7E-95E00344CA5B}" dt="2026-07-20T16:39:48.734" v="779" actId="1076"/>
          <ac:spMkLst>
            <pc:docMk/>
            <pc:sldMk cId="0" sldId="276"/>
            <ac:spMk id="41" creationId="{00000000-0000-0000-0000-000000000000}"/>
          </ac:spMkLst>
        </pc:spChg>
        <pc:spChg chg="mod">
          <ac:chgData name="" userId="" providerId="" clId="Web-{D2BDC157-81BA-BCE0-9C7E-95E00344CA5B}" dt="2026-07-20T16:39:48.750" v="780" actId="1076"/>
          <ac:spMkLst>
            <pc:docMk/>
            <pc:sldMk cId="0" sldId="276"/>
            <ac:spMk id="42" creationId="{00000000-0000-0000-0000-000000000000}"/>
          </ac:spMkLst>
        </pc:spChg>
        <pc:spChg chg="mod">
          <ac:chgData name="" userId="" providerId="" clId="Web-{D2BDC157-81BA-BCE0-9C7E-95E00344CA5B}" dt="2026-07-20T16:39:48.750" v="781" actId="1076"/>
          <ac:spMkLst>
            <pc:docMk/>
            <pc:sldMk cId="0" sldId="276"/>
            <ac:spMk id="43" creationId="{00000000-0000-0000-0000-000000000000}"/>
          </ac:spMkLst>
        </pc:spChg>
        <pc:spChg chg="mod">
          <ac:chgData name="" userId="" providerId="" clId="Web-{D2BDC157-81BA-BCE0-9C7E-95E00344CA5B}" dt="2026-07-20T16:39:48.765" v="782" actId="1076"/>
          <ac:spMkLst>
            <pc:docMk/>
            <pc:sldMk cId="0" sldId="276"/>
            <ac:spMk id="44" creationId="{00000000-0000-0000-0000-000000000000}"/>
          </ac:spMkLst>
        </pc:spChg>
        <pc:spChg chg="mod">
          <ac:chgData name="" userId="" providerId="" clId="Web-{D2BDC157-81BA-BCE0-9C7E-95E00344CA5B}" dt="2026-07-20T16:39:48.781" v="783" actId="1076"/>
          <ac:spMkLst>
            <pc:docMk/>
            <pc:sldMk cId="0" sldId="276"/>
            <ac:spMk id="45" creationId="{00000000-0000-0000-0000-000000000000}"/>
          </ac:spMkLst>
        </pc:spChg>
      </pc:sldChg>
      <pc:sldChg chg="new del">
        <pc:chgData name="" userId="" providerId="" clId="Web-{D2BDC157-81BA-BCE0-9C7E-95E00344CA5B}" dt="2026-07-20T16:24:30.091" v="419"/>
        <pc:sldMkLst>
          <pc:docMk/>
          <pc:sldMk cId="922788960" sldId="277"/>
        </pc:sldMkLst>
      </pc:sldChg>
      <pc:sldChg chg="add del replId">
        <pc:chgData name="" userId="" providerId="" clId="Web-{D2BDC157-81BA-BCE0-9C7E-95E00344CA5B}" dt="2026-07-20T16:04:04.072" v="1"/>
        <pc:sldMkLst>
          <pc:docMk/>
          <pc:sldMk cId="2685990963" sldId="277"/>
        </pc:sldMkLst>
      </pc:sldChg>
      <pc:sldChg chg="new del">
        <pc:chgData name="" userId="" providerId="" clId="Web-{D2BDC157-81BA-BCE0-9C7E-95E00344CA5B}" dt="2026-07-20T16:23:29.169" v="411"/>
        <pc:sldMkLst>
          <pc:docMk/>
          <pc:sldMk cId="3120087070" sldId="277"/>
        </pc:sldMkLst>
      </pc:sldChg>
    </pc:docChg>
  </pc:docChgLst>
  <pc:docChgLst>
    <pc:chgData name="Vamsi Kalavagunta" userId="S::vamsi.k@embedur.com::3d6f9408-21f9-433c-aab3-b5557db0c3a4" providerId="AD" clId="Web-{B89241A0-0E70-509A-0AF3-D8B68A53D322}"/>
    <pc:docChg chg="addSld delSld modSld">
      <pc:chgData name="Vamsi Kalavagunta" userId="S::vamsi.k@embedur.com::3d6f9408-21f9-433c-aab3-b5557db0c3a4" providerId="AD" clId="Web-{B89241A0-0E70-509A-0AF3-D8B68A53D322}" dt="2026-07-20T17:07:08.495" v="206"/>
      <pc:docMkLst>
        <pc:docMk/>
      </pc:docMkLst>
      <pc:sldChg chg="addSp delSp new del">
        <pc:chgData name="Vamsi Kalavagunta" userId="S::vamsi.k@embedur.com::3d6f9408-21f9-433c-aab3-b5557db0c3a4" providerId="AD" clId="Web-{B89241A0-0E70-509A-0AF3-D8B68A53D322}" dt="2026-07-20T16:56:02.705" v="4"/>
        <pc:sldMkLst>
          <pc:docMk/>
          <pc:sldMk cId="404373756" sldId="277"/>
        </pc:sldMkLst>
        <pc:spChg chg="add del">
          <ac:chgData name="Vamsi Kalavagunta" userId="S::vamsi.k@embedur.com::3d6f9408-21f9-433c-aab3-b5557db0c3a4" providerId="AD" clId="Web-{B89241A0-0E70-509A-0AF3-D8B68A53D322}" dt="2026-07-20T16:54:47.189" v="2"/>
          <ac:spMkLst>
            <pc:docMk/>
            <pc:sldMk cId="404373756" sldId="277"/>
            <ac:spMk id="2" creationId="{8A8638F2-FC6C-4177-D244-821211F1D21E}"/>
          </ac:spMkLst>
        </pc:spChg>
        <pc:spChg chg="add del">
          <ac:chgData name="Vamsi Kalavagunta" userId="S::vamsi.k@embedur.com::3d6f9408-21f9-433c-aab3-b5557db0c3a4" providerId="AD" clId="Web-{B89241A0-0E70-509A-0AF3-D8B68A53D322}" dt="2026-07-20T16:54:47.189" v="2"/>
          <ac:spMkLst>
            <pc:docMk/>
            <pc:sldMk cId="404373756" sldId="277"/>
            <ac:spMk id="4" creationId="{129F13CC-0840-8F2D-4887-476E8E50E2A9}"/>
          </ac:spMkLst>
        </pc:spChg>
        <pc:spChg chg="add del">
          <ac:chgData name="Vamsi Kalavagunta" userId="S::vamsi.k@embedur.com::3d6f9408-21f9-433c-aab3-b5557db0c3a4" providerId="AD" clId="Web-{B89241A0-0E70-509A-0AF3-D8B68A53D322}" dt="2026-07-20T16:54:47.189" v="2"/>
          <ac:spMkLst>
            <pc:docMk/>
            <pc:sldMk cId="404373756" sldId="277"/>
            <ac:spMk id="6" creationId="{3BAE7E1E-FB69-868F-392A-5AD3CB20350B}"/>
          </ac:spMkLst>
        </pc:spChg>
        <pc:spChg chg="add del">
          <ac:chgData name="Vamsi Kalavagunta" userId="S::vamsi.k@embedur.com::3d6f9408-21f9-433c-aab3-b5557db0c3a4" providerId="AD" clId="Web-{B89241A0-0E70-509A-0AF3-D8B68A53D322}" dt="2026-07-20T16:54:47.189" v="2"/>
          <ac:spMkLst>
            <pc:docMk/>
            <pc:sldMk cId="404373756" sldId="277"/>
            <ac:spMk id="7" creationId="{B3FC6513-A722-388E-F143-15525C7A2718}"/>
          </ac:spMkLst>
        </pc:spChg>
        <pc:spChg chg="add del">
          <ac:chgData name="Vamsi Kalavagunta" userId="S::vamsi.k@embedur.com::3d6f9408-21f9-433c-aab3-b5557db0c3a4" providerId="AD" clId="Web-{B89241A0-0E70-509A-0AF3-D8B68A53D322}" dt="2026-07-20T16:54:47.189" v="2"/>
          <ac:spMkLst>
            <pc:docMk/>
            <pc:sldMk cId="404373756" sldId="277"/>
            <ac:spMk id="8" creationId="{B1F23154-1B7F-6655-301E-C63CDDD325C1}"/>
          </ac:spMkLst>
        </pc:spChg>
        <pc:spChg chg="add del">
          <ac:chgData name="Vamsi Kalavagunta" userId="S::vamsi.k@embedur.com::3d6f9408-21f9-433c-aab3-b5557db0c3a4" providerId="AD" clId="Web-{B89241A0-0E70-509A-0AF3-D8B68A53D322}" dt="2026-07-20T16:54:47.189" v="2"/>
          <ac:spMkLst>
            <pc:docMk/>
            <pc:sldMk cId="404373756" sldId="277"/>
            <ac:spMk id="9" creationId="{889DE32E-1E02-7016-15D9-F8032D21B79B}"/>
          </ac:spMkLst>
        </pc:spChg>
        <pc:spChg chg="add del">
          <ac:chgData name="Vamsi Kalavagunta" userId="S::vamsi.k@embedur.com::3d6f9408-21f9-433c-aab3-b5557db0c3a4" providerId="AD" clId="Web-{B89241A0-0E70-509A-0AF3-D8B68A53D322}" dt="2026-07-20T16:54:47.189" v="2"/>
          <ac:spMkLst>
            <pc:docMk/>
            <pc:sldMk cId="404373756" sldId="277"/>
            <ac:spMk id="10" creationId="{A13A0A63-769E-9104-1B06-AD66C1999930}"/>
          </ac:spMkLst>
        </pc:spChg>
        <pc:spChg chg="add del">
          <ac:chgData name="Vamsi Kalavagunta" userId="S::vamsi.k@embedur.com::3d6f9408-21f9-433c-aab3-b5557db0c3a4" providerId="AD" clId="Web-{B89241A0-0E70-509A-0AF3-D8B68A53D322}" dt="2026-07-20T16:54:47.189" v="2"/>
          <ac:spMkLst>
            <pc:docMk/>
            <pc:sldMk cId="404373756" sldId="277"/>
            <ac:spMk id="11" creationId="{AE2BB7DA-C347-C41A-574A-B1B5A5D12B64}"/>
          </ac:spMkLst>
        </pc:spChg>
        <pc:spChg chg="add del">
          <ac:chgData name="Vamsi Kalavagunta" userId="S::vamsi.k@embedur.com::3d6f9408-21f9-433c-aab3-b5557db0c3a4" providerId="AD" clId="Web-{B89241A0-0E70-509A-0AF3-D8B68A53D322}" dt="2026-07-20T16:54:47.189" v="2"/>
          <ac:spMkLst>
            <pc:docMk/>
            <pc:sldMk cId="404373756" sldId="277"/>
            <ac:spMk id="15" creationId="{9772A8FF-BC20-8FE1-478B-3F9B37180C87}"/>
          </ac:spMkLst>
        </pc:spChg>
        <pc:spChg chg="add del">
          <ac:chgData name="Vamsi Kalavagunta" userId="S::vamsi.k@embedur.com::3d6f9408-21f9-433c-aab3-b5557db0c3a4" providerId="AD" clId="Web-{B89241A0-0E70-509A-0AF3-D8B68A53D322}" dt="2026-07-20T16:54:47.189" v="2"/>
          <ac:spMkLst>
            <pc:docMk/>
            <pc:sldMk cId="404373756" sldId="277"/>
            <ac:spMk id="18" creationId="{2A99E622-1625-FA0C-5860-A6A6CDCFD92B}"/>
          </ac:spMkLst>
        </pc:spChg>
      </pc:sldChg>
      <pc:sldChg chg="delSp modSp add">
        <pc:chgData name="Vamsi Kalavagunta" userId="S::vamsi.k@embedur.com::3d6f9408-21f9-433c-aab3-b5557db0c3a4" providerId="AD" clId="Web-{B89241A0-0E70-509A-0AF3-D8B68A53D322}" dt="2026-07-20T16:59:29.692" v="146" actId="20577"/>
        <pc:sldMkLst>
          <pc:docMk/>
          <pc:sldMk cId="3840549062" sldId="278"/>
        </pc:sldMkLst>
        <pc:spChg chg="mod">
          <ac:chgData name="Vamsi Kalavagunta" userId="S::vamsi.k@embedur.com::3d6f9408-21f9-433c-aab3-b5557db0c3a4" providerId="AD" clId="Web-{B89241A0-0E70-509A-0AF3-D8B68A53D322}" dt="2026-07-20T16:59:29.692" v="146" actId="20577"/>
          <ac:spMkLst>
            <pc:docMk/>
            <pc:sldMk cId="3840549062" sldId="278"/>
            <ac:spMk id="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00.424" v="58" actId="1076"/>
          <ac:spMkLst>
            <pc:docMk/>
            <pc:sldMk cId="3840549062" sldId="278"/>
            <ac:spMk id="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6:43.799" v="55" actId="20577"/>
          <ac:spMkLst>
            <pc:docMk/>
            <pc:sldMk cId="3840549062" sldId="278"/>
            <ac:spMk id="4" creationId="{00000000-0000-0000-0000-000000000000}"/>
          </ac:spMkLst>
        </pc:spChg>
        <pc:spChg chg="del">
          <ac:chgData name="Vamsi Kalavagunta" userId="S::vamsi.k@embedur.com::3d6f9408-21f9-433c-aab3-b5557db0c3a4" providerId="AD" clId="Web-{B89241A0-0E70-509A-0AF3-D8B68A53D322}" dt="2026-07-20T16:56:25.955" v="7"/>
          <ac:spMkLst>
            <pc:docMk/>
            <pc:sldMk cId="3840549062" sldId="278"/>
            <ac:spMk id="5" creationId="{00000000-0000-0000-0000-000000000000}"/>
          </ac:spMkLst>
        </pc:spChg>
        <pc:spChg chg="del">
          <ac:chgData name="Vamsi Kalavagunta" userId="S::vamsi.k@embedur.com::3d6f9408-21f9-433c-aab3-b5557db0c3a4" providerId="AD" clId="Web-{B89241A0-0E70-509A-0AF3-D8B68A53D322}" dt="2026-07-20T16:56:23.939" v="6"/>
          <ac:spMkLst>
            <pc:docMk/>
            <pc:sldMk cId="3840549062" sldId="278"/>
            <ac:spMk id="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051" v="59" actId="1076"/>
          <ac:spMkLst>
            <pc:docMk/>
            <pc:sldMk cId="3840549062" sldId="278"/>
            <ac:spMk id="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083" v="60" actId="1076"/>
          <ac:spMkLst>
            <pc:docMk/>
            <pc:sldMk cId="3840549062" sldId="278"/>
            <ac:spMk id="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098" v="61" actId="1076"/>
          <ac:spMkLst>
            <pc:docMk/>
            <pc:sldMk cId="3840549062" sldId="278"/>
            <ac:spMk id="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114" v="62" actId="1076"/>
          <ac:spMkLst>
            <pc:docMk/>
            <pc:sldMk cId="3840549062" sldId="278"/>
            <ac:spMk id="1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129" v="63" actId="1076"/>
          <ac:spMkLst>
            <pc:docMk/>
            <pc:sldMk cId="3840549062" sldId="278"/>
            <ac:spMk id="11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145" v="64" actId="1076"/>
          <ac:spMkLst>
            <pc:docMk/>
            <pc:sldMk cId="3840549062" sldId="278"/>
            <ac:spMk id="1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161" v="65" actId="1076"/>
          <ac:spMkLst>
            <pc:docMk/>
            <pc:sldMk cId="3840549062" sldId="278"/>
            <ac:spMk id="1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176" v="66" actId="1076"/>
          <ac:spMkLst>
            <pc:docMk/>
            <pc:sldMk cId="3840549062" sldId="278"/>
            <ac:spMk id="14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192" v="67" actId="1076"/>
          <ac:spMkLst>
            <pc:docMk/>
            <pc:sldMk cId="3840549062" sldId="278"/>
            <ac:spMk id="15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208" v="68" actId="1076"/>
          <ac:spMkLst>
            <pc:docMk/>
            <pc:sldMk cId="3840549062" sldId="278"/>
            <ac:spMk id="1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223" v="69" actId="1076"/>
          <ac:spMkLst>
            <pc:docMk/>
            <pc:sldMk cId="3840549062" sldId="278"/>
            <ac:spMk id="1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239" v="70" actId="1076"/>
          <ac:spMkLst>
            <pc:docMk/>
            <pc:sldMk cId="3840549062" sldId="278"/>
            <ac:spMk id="1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270" v="71" actId="1076"/>
          <ac:spMkLst>
            <pc:docMk/>
            <pc:sldMk cId="3840549062" sldId="278"/>
            <ac:spMk id="1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286" v="72" actId="1076"/>
          <ac:spMkLst>
            <pc:docMk/>
            <pc:sldMk cId="3840549062" sldId="278"/>
            <ac:spMk id="2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301" v="73" actId="1076"/>
          <ac:spMkLst>
            <pc:docMk/>
            <pc:sldMk cId="3840549062" sldId="278"/>
            <ac:spMk id="21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333" v="74" actId="1076"/>
          <ac:spMkLst>
            <pc:docMk/>
            <pc:sldMk cId="3840549062" sldId="278"/>
            <ac:spMk id="2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348" v="75" actId="1076"/>
          <ac:spMkLst>
            <pc:docMk/>
            <pc:sldMk cId="3840549062" sldId="278"/>
            <ac:spMk id="2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364" v="76" actId="1076"/>
          <ac:spMkLst>
            <pc:docMk/>
            <pc:sldMk cId="3840549062" sldId="278"/>
            <ac:spMk id="24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379" v="77" actId="1076"/>
          <ac:spMkLst>
            <pc:docMk/>
            <pc:sldMk cId="3840549062" sldId="278"/>
            <ac:spMk id="25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411" v="78" actId="1076"/>
          <ac:spMkLst>
            <pc:docMk/>
            <pc:sldMk cId="3840549062" sldId="278"/>
            <ac:spMk id="2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426" v="79" actId="1076"/>
          <ac:spMkLst>
            <pc:docMk/>
            <pc:sldMk cId="3840549062" sldId="278"/>
            <ac:spMk id="2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458" v="80" actId="1076"/>
          <ac:spMkLst>
            <pc:docMk/>
            <pc:sldMk cId="3840549062" sldId="278"/>
            <ac:spMk id="2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473" v="81" actId="1076"/>
          <ac:spMkLst>
            <pc:docMk/>
            <pc:sldMk cId="3840549062" sldId="278"/>
            <ac:spMk id="2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504" v="82" actId="1076"/>
          <ac:spMkLst>
            <pc:docMk/>
            <pc:sldMk cId="3840549062" sldId="278"/>
            <ac:spMk id="3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520" v="83" actId="1076"/>
          <ac:spMkLst>
            <pc:docMk/>
            <pc:sldMk cId="3840549062" sldId="278"/>
            <ac:spMk id="31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536" v="84" actId="1076"/>
          <ac:spMkLst>
            <pc:docMk/>
            <pc:sldMk cId="3840549062" sldId="278"/>
            <ac:spMk id="3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551" v="85" actId="1076"/>
          <ac:spMkLst>
            <pc:docMk/>
            <pc:sldMk cId="3840549062" sldId="278"/>
            <ac:spMk id="3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583" v="86" actId="1076"/>
          <ac:spMkLst>
            <pc:docMk/>
            <pc:sldMk cId="3840549062" sldId="278"/>
            <ac:spMk id="34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598" v="87" actId="1076"/>
          <ac:spMkLst>
            <pc:docMk/>
            <pc:sldMk cId="3840549062" sldId="278"/>
            <ac:spMk id="35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629" v="88" actId="1076"/>
          <ac:spMkLst>
            <pc:docMk/>
            <pc:sldMk cId="3840549062" sldId="278"/>
            <ac:spMk id="3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645" v="89" actId="1076"/>
          <ac:spMkLst>
            <pc:docMk/>
            <pc:sldMk cId="3840549062" sldId="278"/>
            <ac:spMk id="3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645" v="90" actId="1076"/>
          <ac:spMkLst>
            <pc:docMk/>
            <pc:sldMk cId="3840549062" sldId="278"/>
            <ac:spMk id="3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676" v="91" actId="1076"/>
          <ac:spMkLst>
            <pc:docMk/>
            <pc:sldMk cId="3840549062" sldId="278"/>
            <ac:spMk id="3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692" v="92" actId="1076"/>
          <ac:spMkLst>
            <pc:docMk/>
            <pc:sldMk cId="3840549062" sldId="278"/>
            <ac:spMk id="4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708" v="93" actId="1076"/>
          <ac:spMkLst>
            <pc:docMk/>
            <pc:sldMk cId="3840549062" sldId="278"/>
            <ac:spMk id="41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739" v="94" actId="1076"/>
          <ac:spMkLst>
            <pc:docMk/>
            <pc:sldMk cId="3840549062" sldId="278"/>
            <ac:spMk id="4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754" v="95" actId="1076"/>
          <ac:spMkLst>
            <pc:docMk/>
            <pc:sldMk cId="3840549062" sldId="278"/>
            <ac:spMk id="4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770" v="96" actId="1076"/>
          <ac:spMkLst>
            <pc:docMk/>
            <pc:sldMk cId="3840549062" sldId="278"/>
            <ac:spMk id="44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786" v="97" actId="1076"/>
          <ac:spMkLst>
            <pc:docMk/>
            <pc:sldMk cId="3840549062" sldId="278"/>
            <ac:spMk id="45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801" v="98" actId="1076"/>
          <ac:spMkLst>
            <pc:docMk/>
            <pc:sldMk cId="3840549062" sldId="278"/>
            <ac:spMk id="4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833" v="99" actId="1076"/>
          <ac:spMkLst>
            <pc:docMk/>
            <pc:sldMk cId="3840549062" sldId="278"/>
            <ac:spMk id="4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848" v="100" actId="1076"/>
          <ac:spMkLst>
            <pc:docMk/>
            <pc:sldMk cId="3840549062" sldId="278"/>
            <ac:spMk id="4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864" v="101" actId="1076"/>
          <ac:spMkLst>
            <pc:docMk/>
            <pc:sldMk cId="3840549062" sldId="278"/>
            <ac:spMk id="4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879" v="102" actId="1076"/>
          <ac:spMkLst>
            <pc:docMk/>
            <pc:sldMk cId="3840549062" sldId="278"/>
            <ac:spMk id="5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7:20.895" v="103" actId="1076"/>
          <ac:spMkLst>
            <pc:docMk/>
            <pc:sldMk cId="3840549062" sldId="278"/>
            <ac:spMk id="51" creationId="{00000000-0000-0000-0000-000000000000}"/>
          </ac:spMkLst>
        </pc:spChg>
      </pc:sldChg>
      <pc:sldChg chg="modSp add">
        <pc:chgData name="Vamsi Kalavagunta" userId="S::vamsi.k@embedur.com::3d6f9408-21f9-433c-aab3-b5557db0c3a4" providerId="AD" clId="Web-{B89241A0-0E70-509A-0AF3-D8B68A53D322}" dt="2026-07-20T17:03:17.552" v="205"/>
        <pc:sldMkLst>
          <pc:docMk/>
          <pc:sldMk cId="0" sldId="279"/>
        </pc:sldMkLst>
        <pc:spChg chg="mod">
          <ac:chgData name="Vamsi Kalavagunta" userId="S::vamsi.k@embedur.com::3d6f9408-21f9-433c-aab3-b5557db0c3a4" providerId="AD" clId="Web-{B89241A0-0E70-509A-0AF3-D8B68A53D322}" dt="2026-07-20T17:02:12.787" v="158" actId="20577"/>
          <ac:spMkLst>
            <pc:docMk/>
            <pc:sldMk cId="0" sldId="279"/>
            <ac:spMk id="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16.443" v="159" actId="20577"/>
          <ac:spMkLst>
            <pc:docMk/>
            <pc:sldMk cId="0" sldId="279"/>
            <ac:spMk id="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30.255" v="195" actId="1076"/>
          <ac:spMkLst>
            <pc:docMk/>
            <pc:sldMk cId="0" sldId="279"/>
            <ac:spMk id="4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38.927" v="196" actId="1076"/>
          <ac:spMkLst>
            <pc:docMk/>
            <pc:sldMk cId="0" sldId="279"/>
            <ac:spMk id="5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38.959" v="197" actId="1076"/>
          <ac:spMkLst>
            <pc:docMk/>
            <pc:sldMk cId="0" sldId="279"/>
            <ac:spMk id="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224" v="162" actId="1076"/>
          <ac:spMkLst>
            <pc:docMk/>
            <pc:sldMk cId="0" sldId="279"/>
            <ac:spMk id="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255" v="163" actId="1076"/>
          <ac:spMkLst>
            <pc:docMk/>
            <pc:sldMk cId="0" sldId="279"/>
            <ac:spMk id="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271" v="164" actId="1076"/>
          <ac:spMkLst>
            <pc:docMk/>
            <pc:sldMk cId="0" sldId="279"/>
            <ac:spMk id="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302" v="165" actId="1076"/>
          <ac:spMkLst>
            <pc:docMk/>
            <pc:sldMk cId="0" sldId="279"/>
            <ac:spMk id="1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318" v="166" actId="1076"/>
          <ac:spMkLst>
            <pc:docMk/>
            <pc:sldMk cId="0" sldId="279"/>
            <ac:spMk id="11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349" v="167" actId="1076"/>
          <ac:spMkLst>
            <pc:docMk/>
            <pc:sldMk cId="0" sldId="279"/>
            <ac:spMk id="1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380" v="168" actId="1076"/>
          <ac:spMkLst>
            <pc:docMk/>
            <pc:sldMk cId="0" sldId="279"/>
            <ac:spMk id="1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396" v="169" actId="1076"/>
          <ac:spMkLst>
            <pc:docMk/>
            <pc:sldMk cId="0" sldId="279"/>
            <ac:spMk id="14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427" v="170" actId="1076"/>
          <ac:spMkLst>
            <pc:docMk/>
            <pc:sldMk cId="0" sldId="279"/>
            <ac:spMk id="15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459" v="171" actId="1076"/>
          <ac:spMkLst>
            <pc:docMk/>
            <pc:sldMk cId="0" sldId="279"/>
            <ac:spMk id="1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474" v="172" actId="1076"/>
          <ac:spMkLst>
            <pc:docMk/>
            <pc:sldMk cId="0" sldId="279"/>
            <ac:spMk id="1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505" v="173" actId="1076"/>
          <ac:spMkLst>
            <pc:docMk/>
            <pc:sldMk cId="0" sldId="279"/>
            <ac:spMk id="1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537" v="174" actId="1076"/>
          <ac:spMkLst>
            <pc:docMk/>
            <pc:sldMk cId="0" sldId="279"/>
            <ac:spMk id="1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552" v="175" actId="1076"/>
          <ac:spMkLst>
            <pc:docMk/>
            <pc:sldMk cId="0" sldId="279"/>
            <ac:spMk id="2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584" v="176" actId="1076"/>
          <ac:spMkLst>
            <pc:docMk/>
            <pc:sldMk cId="0" sldId="279"/>
            <ac:spMk id="21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615" v="177" actId="1076"/>
          <ac:spMkLst>
            <pc:docMk/>
            <pc:sldMk cId="0" sldId="279"/>
            <ac:spMk id="2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630" v="178" actId="1076"/>
          <ac:spMkLst>
            <pc:docMk/>
            <pc:sldMk cId="0" sldId="279"/>
            <ac:spMk id="2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662" v="179" actId="1076"/>
          <ac:spMkLst>
            <pc:docMk/>
            <pc:sldMk cId="0" sldId="279"/>
            <ac:spMk id="24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677" v="180" actId="1076"/>
          <ac:spMkLst>
            <pc:docMk/>
            <pc:sldMk cId="0" sldId="279"/>
            <ac:spMk id="25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709" v="181" actId="1076"/>
          <ac:spMkLst>
            <pc:docMk/>
            <pc:sldMk cId="0" sldId="279"/>
            <ac:spMk id="2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724" v="182" actId="1076"/>
          <ac:spMkLst>
            <pc:docMk/>
            <pc:sldMk cId="0" sldId="279"/>
            <ac:spMk id="2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755" v="183" actId="1076"/>
          <ac:spMkLst>
            <pc:docMk/>
            <pc:sldMk cId="0" sldId="279"/>
            <ac:spMk id="2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787" v="184" actId="1076"/>
          <ac:spMkLst>
            <pc:docMk/>
            <pc:sldMk cId="0" sldId="279"/>
            <ac:spMk id="2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3:05.209" v="201" actId="20577"/>
          <ac:spMkLst>
            <pc:docMk/>
            <pc:sldMk cId="0" sldId="279"/>
            <ac:spMk id="3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834" v="186" actId="1076"/>
          <ac:spMkLst>
            <pc:docMk/>
            <pc:sldMk cId="0" sldId="279"/>
            <ac:spMk id="31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865" v="187" actId="1076"/>
          <ac:spMkLst>
            <pc:docMk/>
            <pc:sldMk cId="0" sldId="279"/>
            <ac:spMk id="3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896" v="188" actId="1076"/>
          <ac:spMkLst>
            <pc:docMk/>
            <pc:sldMk cId="0" sldId="279"/>
            <ac:spMk id="3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912" v="189" actId="1076"/>
          <ac:spMkLst>
            <pc:docMk/>
            <pc:sldMk cId="0" sldId="279"/>
            <ac:spMk id="34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943" v="190" actId="1076"/>
          <ac:spMkLst>
            <pc:docMk/>
            <pc:sldMk cId="0" sldId="279"/>
            <ac:spMk id="35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2:23.974" v="191" actId="1076"/>
          <ac:spMkLst>
            <pc:docMk/>
            <pc:sldMk cId="0" sldId="279"/>
            <ac:spMk id="36" creationId="{00000000-0000-0000-0000-000000000000}"/>
          </ac:spMkLst>
        </pc:spChg>
        <pc:graphicFrameChg chg="mod modGraphic">
          <ac:chgData name="Vamsi Kalavagunta" userId="S::vamsi.k@embedur.com::3d6f9408-21f9-433c-aab3-b5557db0c3a4" providerId="AD" clId="Web-{B89241A0-0E70-509A-0AF3-D8B68A53D322}" dt="2026-07-20T17:03:17.552" v="205"/>
          <ac:graphicFrameMkLst>
            <pc:docMk/>
            <pc:sldMk cId="0" sldId="279"/>
            <ac:graphicFrameMk id="37" creationId="{00000000-0000-0000-0000-000000000000}"/>
          </ac:graphicFrameMkLst>
        </pc:graphicFrameChg>
      </pc:sldChg>
      <pc:sldChg chg="new del">
        <pc:chgData name="Vamsi Kalavagunta" userId="S::vamsi.k@embedur.com::3d6f9408-21f9-433c-aab3-b5557db0c3a4" providerId="AD" clId="Web-{B89241A0-0E70-509A-0AF3-D8B68A53D322}" dt="2026-07-20T16:58:22.395" v="106"/>
        <pc:sldMkLst>
          <pc:docMk/>
          <pc:sldMk cId="3562115772" sldId="279"/>
        </pc:sldMkLst>
      </pc:sldChg>
      <pc:sldChg chg="delSp modSp add">
        <pc:chgData name="Vamsi Kalavagunta" userId="S::vamsi.k@embedur.com::3d6f9408-21f9-433c-aab3-b5557db0c3a4" providerId="AD" clId="Web-{B89241A0-0E70-509A-0AF3-D8B68A53D322}" dt="2026-07-20T17:00:40.271" v="152" actId="1076"/>
        <pc:sldMkLst>
          <pc:docMk/>
          <pc:sldMk cId="2774545286" sldId="280"/>
        </pc:sldMkLst>
        <pc:spChg chg="mod">
          <ac:chgData name="Vamsi Kalavagunta" userId="S::vamsi.k@embedur.com::3d6f9408-21f9-433c-aab3-b5557db0c3a4" providerId="AD" clId="Web-{B89241A0-0E70-509A-0AF3-D8B68A53D322}" dt="2026-07-20T16:59:34.067" v="147" actId="20577"/>
          <ac:spMkLst>
            <pc:docMk/>
            <pc:sldMk cId="2774545286" sldId="280"/>
            <ac:spMk id="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15.067" v="143" actId="1076"/>
          <ac:spMkLst>
            <pc:docMk/>
            <pc:sldMk cId="2774545286" sldId="280"/>
            <ac:spMk id="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8.802" v="141" actId="1076"/>
          <ac:spMkLst>
            <pc:docMk/>
            <pc:sldMk cId="2774545286" sldId="280"/>
            <ac:spMk id="4" creationId="{00000000-0000-0000-0000-000000000000}"/>
          </ac:spMkLst>
        </pc:spChg>
        <pc:spChg chg="del">
          <ac:chgData name="Vamsi Kalavagunta" userId="S::vamsi.k@embedur.com::3d6f9408-21f9-433c-aab3-b5557db0c3a4" providerId="AD" clId="Web-{B89241A0-0E70-509A-0AF3-D8B68A53D322}" dt="2026-07-20T16:58:49.036" v="109"/>
          <ac:spMkLst>
            <pc:docMk/>
            <pc:sldMk cId="2774545286" sldId="280"/>
            <ac:spMk id="5" creationId="{00000000-0000-0000-0000-000000000000}"/>
          </ac:spMkLst>
        </pc:spChg>
        <pc:spChg chg="del mod">
          <ac:chgData name="Vamsi Kalavagunta" userId="S::vamsi.k@embedur.com::3d6f9408-21f9-433c-aab3-b5557db0c3a4" providerId="AD" clId="Web-{B89241A0-0E70-509A-0AF3-D8B68A53D322}" dt="2026-07-20T16:58:58.270" v="112"/>
          <ac:spMkLst>
            <pc:docMk/>
            <pc:sldMk cId="2774545286" sldId="280"/>
            <ac:spMk id="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724" v="113" actId="1076"/>
          <ac:spMkLst>
            <pc:docMk/>
            <pc:sldMk cId="2774545286" sldId="280"/>
            <ac:spMk id="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739" v="114" actId="1076"/>
          <ac:spMkLst>
            <pc:docMk/>
            <pc:sldMk cId="2774545286" sldId="280"/>
            <ac:spMk id="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755" v="115" actId="1076"/>
          <ac:spMkLst>
            <pc:docMk/>
            <pc:sldMk cId="2774545286" sldId="280"/>
            <ac:spMk id="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770" v="116" actId="1076"/>
          <ac:spMkLst>
            <pc:docMk/>
            <pc:sldMk cId="2774545286" sldId="280"/>
            <ac:spMk id="1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786" v="117" actId="1076"/>
          <ac:spMkLst>
            <pc:docMk/>
            <pc:sldMk cId="2774545286" sldId="280"/>
            <ac:spMk id="11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0:08.177" v="149" actId="20577"/>
          <ac:spMkLst>
            <pc:docMk/>
            <pc:sldMk cId="2774545286" sldId="280"/>
            <ac:spMk id="1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817" v="119" actId="1076"/>
          <ac:spMkLst>
            <pc:docMk/>
            <pc:sldMk cId="2774545286" sldId="280"/>
            <ac:spMk id="1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833" v="120" actId="1076"/>
          <ac:spMkLst>
            <pc:docMk/>
            <pc:sldMk cId="2774545286" sldId="280"/>
            <ac:spMk id="14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849" v="121" actId="1076"/>
          <ac:spMkLst>
            <pc:docMk/>
            <pc:sldMk cId="2774545286" sldId="280"/>
            <ac:spMk id="15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864" v="122" actId="1076"/>
          <ac:spMkLst>
            <pc:docMk/>
            <pc:sldMk cId="2774545286" sldId="280"/>
            <ac:spMk id="1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0:32.958" v="150" actId="14100"/>
          <ac:spMkLst>
            <pc:docMk/>
            <pc:sldMk cId="2774545286" sldId="280"/>
            <ac:spMk id="1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880" v="124" actId="1076"/>
          <ac:spMkLst>
            <pc:docMk/>
            <pc:sldMk cId="2774545286" sldId="280"/>
            <ac:spMk id="1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895" v="125" actId="1076"/>
          <ac:spMkLst>
            <pc:docMk/>
            <pc:sldMk cId="2774545286" sldId="280"/>
            <ac:spMk id="1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911" v="126" actId="1076"/>
          <ac:spMkLst>
            <pc:docMk/>
            <pc:sldMk cId="2774545286" sldId="280"/>
            <ac:spMk id="2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927" v="127" actId="1076"/>
          <ac:spMkLst>
            <pc:docMk/>
            <pc:sldMk cId="2774545286" sldId="280"/>
            <ac:spMk id="21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942" v="128" actId="1076"/>
          <ac:spMkLst>
            <pc:docMk/>
            <pc:sldMk cId="2774545286" sldId="280"/>
            <ac:spMk id="2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958" v="129" actId="1076"/>
          <ac:spMkLst>
            <pc:docMk/>
            <pc:sldMk cId="2774545286" sldId="280"/>
            <ac:spMk id="2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974" v="130" actId="1076"/>
          <ac:spMkLst>
            <pc:docMk/>
            <pc:sldMk cId="2774545286" sldId="280"/>
            <ac:spMk id="24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3.989" v="131" actId="1076"/>
          <ac:spMkLst>
            <pc:docMk/>
            <pc:sldMk cId="2774545286" sldId="280"/>
            <ac:spMk id="25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4.005" v="132" actId="1076"/>
          <ac:spMkLst>
            <pc:docMk/>
            <pc:sldMk cId="2774545286" sldId="280"/>
            <ac:spMk id="26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4.020" v="133" actId="1076"/>
          <ac:spMkLst>
            <pc:docMk/>
            <pc:sldMk cId="2774545286" sldId="280"/>
            <ac:spMk id="27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4.036" v="134" actId="1076"/>
          <ac:spMkLst>
            <pc:docMk/>
            <pc:sldMk cId="2774545286" sldId="280"/>
            <ac:spMk id="28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4.052" v="135" actId="1076"/>
          <ac:spMkLst>
            <pc:docMk/>
            <pc:sldMk cId="2774545286" sldId="280"/>
            <ac:spMk id="29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4.067" v="136" actId="1076"/>
          <ac:spMkLst>
            <pc:docMk/>
            <pc:sldMk cId="2774545286" sldId="280"/>
            <ac:spMk id="30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4.067" v="137" actId="1076"/>
          <ac:spMkLst>
            <pc:docMk/>
            <pc:sldMk cId="2774545286" sldId="280"/>
            <ac:spMk id="31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6:59:04.083" v="138" actId="1076"/>
          <ac:spMkLst>
            <pc:docMk/>
            <pc:sldMk cId="2774545286" sldId="280"/>
            <ac:spMk id="32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0:40.271" v="152" actId="1076"/>
          <ac:spMkLst>
            <pc:docMk/>
            <pc:sldMk cId="2774545286" sldId="280"/>
            <ac:spMk id="33" creationId="{00000000-0000-0000-0000-000000000000}"/>
          </ac:spMkLst>
        </pc:spChg>
        <pc:spChg chg="mod">
          <ac:chgData name="Vamsi Kalavagunta" userId="S::vamsi.k@embedur.com::3d6f9408-21f9-433c-aab3-b5557db0c3a4" providerId="AD" clId="Web-{B89241A0-0E70-509A-0AF3-D8B68A53D322}" dt="2026-07-20T17:00:36.224" v="151" actId="1076"/>
          <ac:spMkLst>
            <pc:docMk/>
            <pc:sldMk cId="2774545286" sldId="280"/>
            <ac:spMk id="34" creationId="{00000000-0000-0000-0000-000000000000}"/>
          </ac:spMkLst>
        </pc:spChg>
      </pc:sldChg>
      <pc:sldChg chg="new">
        <pc:chgData name="Vamsi Kalavagunta" userId="S::vamsi.k@embedur.com::3d6f9408-21f9-433c-aab3-b5557db0c3a4" providerId="AD" clId="Web-{B89241A0-0E70-509A-0AF3-D8B68A53D322}" dt="2026-07-20T17:07:08.495" v="206"/>
        <pc:sldMkLst>
          <pc:docMk/>
          <pc:sldMk cId="323035998" sldId="281"/>
        </pc:sldMkLst>
      </pc:sldChg>
      <pc:sldChg chg="new del">
        <pc:chgData name="Vamsi Kalavagunta" userId="S::vamsi.k@embedur.com::3d6f9408-21f9-433c-aab3-b5557db0c3a4" providerId="AD" clId="Web-{B89241A0-0E70-509A-0AF3-D8B68A53D322}" dt="2026-07-20T17:01:59.177" v="155"/>
        <pc:sldMkLst>
          <pc:docMk/>
          <pc:sldMk cId="340220957" sldId="281"/>
        </pc:sldMkLst>
      </pc:sldChg>
    </pc:docChg>
  </pc:docChgLst>
  <pc:docChgLst>
    <pc:chgData name="Keerthana Sundarbabu" userId="6cd531ee-90a6-4e78-8957-7339528f7a3e" providerId="ADAL" clId="{72C5146D-F548-4E04-82B7-9B3E0A9D5818}"/>
    <pc:docChg chg="modSld">
      <pc:chgData name="Keerthana Sundarbabu" userId="6cd531ee-90a6-4e78-8957-7339528f7a3e" providerId="ADAL" clId="{72C5146D-F548-4E04-82B7-9B3E0A9D5818}" dt="2026-07-21T09:17:10.876" v="27"/>
      <pc:docMkLst>
        <pc:docMk/>
      </pc:docMkLst>
      <pc:sldChg chg="modTransition">
        <pc:chgData name="Keerthana Sundarbabu" userId="6cd531ee-90a6-4e78-8957-7339528f7a3e" providerId="ADAL" clId="{72C5146D-F548-4E04-82B7-9B3E0A9D5818}" dt="2026-07-21T09:16:15.490" v="4"/>
        <pc:sldMkLst>
          <pc:docMk/>
          <pc:sldMk cId="0" sldId="256"/>
        </pc:sldMkLst>
      </pc:sldChg>
      <pc:sldChg chg="modTransition">
        <pc:chgData name="Keerthana Sundarbabu" userId="6cd531ee-90a6-4e78-8957-7339528f7a3e" providerId="ADAL" clId="{72C5146D-F548-4E04-82B7-9B3E0A9D5818}" dt="2026-07-21T09:16:17.922" v="5"/>
        <pc:sldMkLst>
          <pc:docMk/>
          <pc:sldMk cId="0" sldId="257"/>
        </pc:sldMkLst>
      </pc:sldChg>
      <pc:sldChg chg="modTransition">
        <pc:chgData name="Keerthana Sundarbabu" userId="6cd531ee-90a6-4e78-8957-7339528f7a3e" providerId="ADAL" clId="{72C5146D-F548-4E04-82B7-9B3E0A9D5818}" dt="2026-07-21T09:16:29.662" v="6"/>
        <pc:sldMkLst>
          <pc:docMk/>
          <pc:sldMk cId="0" sldId="258"/>
        </pc:sldMkLst>
      </pc:sldChg>
      <pc:sldChg chg="modTransition">
        <pc:chgData name="Keerthana Sundarbabu" userId="6cd531ee-90a6-4e78-8957-7339528f7a3e" providerId="ADAL" clId="{72C5146D-F548-4E04-82B7-9B3E0A9D5818}" dt="2026-07-21T09:16:31.492" v="7"/>
        <pc:sldMkLst>
          <pc:docMk/>
          <pc:sldMk cId="0" sldId="259"/>
        </pc:sldMkLst>
      </pc:sldChg>
      <pc:sldChg chg="modTransition">
        <pc:chgData name="Keerthana Sundarbabu" userId="6cd531ee-90a6-4e78-8957-7339528f7a3e" providerId="ADAL" clId="{72C5146D-F548-4E04-82B7-9B3E0A9D5818}" dt="2026-07-21T09:16:33.596" v="8"/>
        <pc:sldMkLst>
          <pc:docMk/>
          <pc:sldMk cId="0" sldId="260"/>
        </pc:sldMkLst>
      </pc:sldChg>
      <pc:sldChg chg="modTransition">
        <pc:chgData name="Keerthana Sundarbabu" userId="6cd531ee-90a6-4e78-8957-7339528f7a3e" providerId="ADAL" clId="{72C5146D-F548-4E04-82B7-9B3E0A9D5818}" dt="2026-07-21T09:16:35.595" v="9"/>
        <pc:sldMkLst>
          <pc:docMk/>
          <pc:sldMk cId="0" sldId="261"/>
        </pc:sldMkLst>
      </pc:sldChg>
      <pc:sldChg chg="modSp mod modTransition">
        <pc:chgData name="Keerthana Sundarbabu" userId="6cd531ee-90a6-4e78-8957-7339528f7a3e" providerId="ADAL" clId="{72C5146D-F548-4E04-82B7-9B3E0A9D5818}" dt="2026-07-21T09:16:37.278" v="10"/>
        <pc:sldMkLst>
          <pc:docMk/>
          <pc:sldMk cId="0" sldId="262"/>
        </pc:sldMkLst>
        <pc:spChg chg="mod">
          <ac:chgData name="Keerthana Sundarbabu" userId="6cd531ee-90a6-4e78-8957-7339528f7a3e" providerId="ADAL" clId="{72C5146D-F548-4E04-82B7-9B3E0A9D5818}" dt="2026-07-21T08:55:24.196" v="3" actId="113"/>
          <ac:spMkLst>
            <pc:docMk/>
            <pc:sldMk cId="0" sldId="262"/>
            <ac:spMk id="3" creationId="{00000000-0000-0000-0000-000000000000}"/>
          </ac:spMkLst>
        </pc:spChg>
      </pc:sldChg>
      <pc:sldChg chg="modTransition">
        <pc:chgData name="Keerthana Sundarbabu" userId="6cd531ee-90a6-4e78-8957-7339528f7a3e" providerId="ADAL" clId="{72C5146D-F548-4E04-82B7-9B3E0A9D5818}" dt="2026-07-21T09:16:39.229" v="11"/>
        <pc:sldMkLst>
          <pc:docMk/>
          <pc:sldMk cId="0" sldId="263"/>
        </pc:sldMkLst>
      </pc:sldChg>
      <pc:sldChg chg="modTransition">
        <pc:chgData name="Keerthana Sundarbabu" userId="6cd531ee-90a6-4e78-8957-7339528f7a3e" providerId="ADAL" clId="{72C5146D-F548-4E04-82B7-9B3E0A9D5818}" dt="2026-07-21T09:16:40.904" v="12"/>
        <pc:sldMkLst>
          <pc:docMk/>
          <pc:sldMk cId="0" sldId="264"/>
        </pc:sldMkLst>
      </pc:sldChg>
      <pc:sldChg chg="modTransition">
        <pc:chgData name="Keerthana Sundarbabu" userId="6cd531ee-90a6-4e78-8957-7339528f7a3e" providerId="ADAL" clId="{72C5146D-F548-4E04-82B7-9B3E0A9D5818}" dt="2026-07-21T09:16:45.458" v="14"/>
        <pc:sldMkLst>
          <pc:docMk/>
          <pc:sldMk cId="0" sldId="266"/>
        </pc:sldMkLst>
      </pc:sldChg>
      <pc:sldChg chg="modTransition">
        <pc:chgData name="Keerthana Sundarbabu" userId="6cd531ee-90a6-4e78-8957-7339528f7a3e" providerId="ADAL" clId="{72C5146D-F548-4E04-82B7-9B3E0A9D5818}" dt="2026-07-21T09:16:50.743" v="17"/>
        <pc:sldMkLst>
          <pc:docMk/>
          <pc:sldMk cId="0" sldId="267"/>
        </pc:sldMkLst>
      </pc:sldChg>
      <pc:sldChg chg="modTransition">
        <pc:chgData name="Keerthana Sundarbabu" userId="6cd531ee-90a6-4e78-8957-7339528f7a3e" providerId="ADAL" clId="{72C5146D-F548-4E04-82B7-9B3E0A9D5818}" dt="2026-07-21T09:16:42.708" v="13"/>
        <pc:sldMkLst>
          <pc:docMk/>
          <pc:sldMk cId="0" sldId="268"/>
        </pc:sldMkLst>
      </pc:sldChg>
      <pc:sldChg chg="modTransition">
        <pc:chgData name="Keerthana Sundarbabu" userId="6cd531ee-90a6-4e78-8957-7339528f7a3e" providerId="ADAL" clId="{72C5146D-F548-4E04-82B7-9B3E0A9D5818}" dt="2026-07-21T09:16:52.846" v="18"/>
        <pc:sldMkLst>
          <pc:docMk/>
          <pc:sldMk cId="0" sldId="269"/>
        </pc:sldMkLst>
      </pc:sldChg>
      <pc:sldChg chg="modTransition">
        <pc:chgData name="Keerthana Sundarbabu" userId="6cd531ee-90a6-4e78-8957-7339528f7a3e" providerId="ADAL" clId="{72C5146D-F548-4E04-82B7-9B3E0A9D5818}" dt="2026-07-21T09:16:55.295" v="19"/>
        <pc:sldMkLst>
          <pc:docMk/>
          <pc:sldMk cId="0" sldId="270"/>
        </pc:sldMkLst>
      </pc:sldChg>
      <pc:sldChg chg="modTransition">
        <pc:chgData name="Keerthana Sundarbabu" userId="6cd531ee-90a6-4e78-8957-7339528f7a3e" providerId="ADAL" clId="{72C5146D-F548-4E04-82B7-9B3E0A9D5818}" dt="2026-07-21T09:16:46.914" v="15"/>
        <pc:sldMkLst>
          <pc:docMk/>
          <pc:sldMk cId="0" sldId="271"/>
        </pc:sldMkLst>
      </pc:sldChg>
      <pc:sldChg chg="modTransition">
        <pc:chgData name="Keerthana Sundarbabu" userId="6cd531ee-90a6-4e78-8957-7339528f7a3e" providerId="ADAL" clId="{72C5146D-F548-4E04-82B7-9B3E0A9D5818}" dt="2026-07-21T09:16:48.313" v="16"/>
        <pc:sldMkLst>
          <pc:docMk/>
          <pc:sldMk cId="0" sldId="272"/>
        </pc:sldMkLst>
      </pc:sldChg>
      <pc:sldChg chg="modTransition">
        <pc:chgData name="Keerthana Sundarbabu" userId="6cd531ee-90a6-4e78-8957-7339528f7a3e" providerId="ADAL" clId="{72C5146D-F548-4E04-82B7-9B3E0A9D5818}" dt="2026-07-21T09:16:57.073" v="20"/>
        <pc:sldMkLst>
          <pc:docMk/>
          <pc:sldMk cId="0" sldId="273"/>
        </pc:sldMkLst>
      </pc:sldChg>
      <pc:sldChg chg="modTransition">
        <pc:chgData name="Keerthana Sundarbabu" userId="6cd531ee-90a6-4e78-8957-7339528f7a3e" providerId="ADAL" clId="{72C5146D-F548-4E04-82B7-9B3E0A9D5818}" dt="2026-07-21T09:16:59.615" v="21"/>
        <pc:sldMkLst>
          <pc:docMk/>
          <pc:sldMk cId="0" sldId="275"/>
        </pc:sldMkLst>
      </pc:sldChg>
      <pc:sldChg chg="modTransition">
        <pc:chgData name="Keerthana Sundarbabu" userId="6cd531ee-90a6-4e78-8957-7339528f7a3e" providerId="ADAL" clId="{72C5146D-F548-4E04-82B7-9B3E0A9D5818}" dt="2026-07-21T09:17:01.816" v="22"/>
        <pc:sldMkLst>
          <pc:docMk/>
          <pc:sldMk cId="0" sldId="276"/>
        </pc:sldMkLst>
      </pc:sldChg>
      <pc:sldChg chg="modTransition">
        <pc:chgData name="Keerthana Sundarbabu" userId="6cd531ee-90a6-4e78-8957-7339528f7a3e" providerId="ADAL" clId="{72C5146D-F548-4E04-82B7-9B3E0A9D5818}" dt="2026-07-21T09:17:03.460" v="23"/>
        <pc:sldMkLst>
          <pc:docMk/>
          <pc:sldMk cId="3840549062" sldId="278"/>
        </pc:sldMkLst>
      </pc:sldChg>
      <pc:sldChg chg="modTransition">
        <pc:chgData name="Keerthana Sundarbabu" userId="6cd531ee-90a6-4e78-8957-7339528f7a3e" providerId="ADAL" clId="{72C5146D-F548-4E04-82B7-9B3E0A9D5818}" dt="2026-07-21T09:17:06.995" v="25"/>
        <pc:sldMkLst>
          <pc:docMk/>
          <pc:sldMk cId="0" sldId="279"/>
        </pc:sldMkLst>
      </pc:sldChg>
      <pc:sldChg chg="modTransition">
        <pc:chgData name="Keerthana Sundarbabu" userId="6cd531ee-90a6-4e78-8957-7339528f7a3e" providerId="ADAL" clId="{72C5146D-F548-4E04-82B7-9B3E0A9D5818}" dt="2026-07-21T09:17:05.311" v="24"/>
        <pc:sldMkLst>
          <pc:docMk/>
          <pc:sldMk cId="2774545286" sldId="280"/>
        </pc:sldMkLst>
      </pc:sldChg>
      <pc:sldChg chg="modTransition">
        <pc:chgData name="Keerthana Sundarbabu" userId="6cd531ee-90a6-4e78-8957-7339528f7a3e" providerId="ADAL" clId="{72C5146D-F548-4E04-82B7-9B3E0A9D5818}" dt="2026-07-21T09:17:09.129" v="26"/>
        <pc:sldMkLst>
          <pc:docMk/>
          <pc:sldMk cId="0" sldId="281"/>
        </pc:sldMkLst>
      </pc:sldChg>
      <pc:sldChg chg="modTransition">
        <pc:chgData name="Keerthana Sundarbabu" userId="6cd531ee-90a6-4e78-8957-7339528f7a3e" providerId="ADAL" clId="{72C5146D-F548-4E04-82B7-9B3E0A9D5818}" dt="2026-07-21T09:17:10.876" v="27"/>
        <pc:sldMkLst>
          <pc:docMk/>
          <pc:sldMk cId="2203072165" sldId="282"/>
        </pc:sldMkLst>
      </pc:sldChg>
    </pc:docChg>
  </pc:docChgLst>
  <pc:docChgLst>
    <pc:chgData name="Vamsi Kalavagunta" userId="S::vamsi.k@embedur.com::3d6f9408-21f9-433c-aab3-b5557db0c3a4" providerId="AD" clId="Web-{6342E601-2877-CE84-2002-96C453EFB117}"/>
    <pc:docChg chg="modSld">
      <pc:chgData name="Vamsi Kalavagunta" userId="S::vamsi.k@embedur.com::3d6f9408-21f9-433c-aab3-b5557db0c3a4" providerId="AD" clId="Web-{6342E601-2877-CE84-2002-96C453EFB117}" dt="2026-07-21T05:52:24.748" v="328" actId="20577"/>
      <pc:docMkLst>
        <pc:docMk/>
      </pc:docMkLst>
      <pc:sldChg chg="addSp modSp">
        <pc:chgData name="Vamsi Kalavagunta" userId="S::vamsi.k@embedur.com::3d6f9408-21f9-433c-aab3-b5557db0c3a4" providerId="AD" clId="Web-{6342E601-2877-CE84-2002-96C453EFB117}" dt="2026-07-21T05:50:56.543" v="301" actId="20577"/>
        <pc:sldMkLst>
          <pc:docMk/>
          <pc:sldMk cId="0" sldId="266"/>
        </pc:sldMkLst>
        <pc:spChg chg="mod">
          <ac:chgData name="Vamsi Kalavagunta" userId="S::vamsi.k@embedur.com::3d6f9408-21f9-433c-aab3-b5557db0c3a4" providerId="AD" clId="Web-{6342E601-2877-CE84-2002-96C453EFB117}" dt="2026-07-21T04:31:54.442" v="173" actId="14100"/>
          <ac:spMkLst>
            <pc:docMk/>
            <pc:sldMk cId="0" sldId="266"/>
            <ac:spMk id="4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30:08.297" v="164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30:16.126" v="166" actId="1076"/>
          <ac:spMkLst>
            <pc:docMk/>
            <pc:sldMk cId="0" sldId="266"/>
            <ac:spMk id="12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30:12.157" v="165" actId="1076"/>
          <ac:spMkLst>
            <pc:docMk/>
            <pc:sldMk cId="0" sldId="266"/>
            <ac:spMk id="13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30:26.548" v="168" actId="1076"/>
          <ac:spMkLst>
            <pc:docMk/>
            <pc:sldMk cId="0" sldId="266"/>
            <ac:spMk id="17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30:20.267" v="167" actId="1076"/>
          <ac:spMkLst>
            <pc:docMk/>
            <pc:sldMk cId="0" sldId="266"/>
            <ac:spMk id="19" creationId="{00000000-0000-0000-0000-000000000000}"/>
          </ac:spMkLst>
        </pc:spChg>
        <pc:spChg chg="add">
          <ac:chgData name="Vamsi Kalavagunta" userId="S::vamsi.k@embedur.com::3d6f9408-21f9-433c-aab3-b5557db0c3a4" providerId="AD" clId="Web-{6342E601-2877-CE84-2002-96C453EFB117}" dt="2026-07-21T05:50:08.385" v="286"/>
          <ac:spMkLst>
            <pc:docMk/>
            <pc:sldMk cId="0" sldId="266"/>
            <ac:spMk id="28" creationId="{F52A74AF-8C7F-3644-52D4-864118BA3785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0:56.543" v="301" actId="20577"/>
          <ac:spMkLst>
            <pc:docMk/>
            <pc:sldMk cId="0" sldId="266"/>
            <ac:spMk id="30" creationId="{EA0BF681-3FA3-792D-6AD6-6794C29B2B3D}"/>
          </ac:spMkLst>
        </pc:spChg>
      </pc:sldChg>
      <pc:sldChg chg="addSp delSp modSp">
        <pc:chgData name="Vamsi Kalavagunta" userId="S::vamsi.k@embedur.com::3d6f9408-21f9-433c-aab3-b5557db0c3a4" providerId="AD" clId="Web-{6342E601-2877-CE84-2002-96C453EFB117}" dt="2026-07-21T05:51:20.121" v="308" actId="20577"/>
        <pc:sldMkLst>
          <pc:docMk/>
          <pc:sldMk cId="0" sldId="267"/>
        </pc:sldMkLst>
        <pc:spChg chg="add mod">
          <ac:chgData name="Vamsi Kalavagunta" userId="S::vamsi.k@embedur.com::3d6f9408-21f9-433c-aab3-b5557db0c3a4" providerId="AD" clId="Web-{6342E601-2877-CE84-2002-96C453EFB117}" dt="2026-07-21T04:37:00.593" v="185" actId="20577"/>
          <ac:spMkLst>
            <pc:docMk/>
            <pc:sldMk cId="0" sldId="267"/>
            <ac:spMk id="5" creationId="{90D14EA5-A026-F4F1-7DCE-982A8D7EA332}"/>
          </ac:spMkLst>
        </pc:spChg>
        <pc:spChg chg="add del">
          <ac:chgData name="Vamsi Kalavagunta" userId="S::vamsi.k@embedur.com::3d6f9408-21f9-433c-aab3-b5557db0c3a4" providerId="AD" clId="Web-{6342E601-2877-CE84-2002-96C453EFB117}" dt="2026-07-21T04:37:04.234" v="187"/>
          <ac:spMkLst>
            <pc:docMk/>
            <pc:sldMk cId="0" sldId="267"/>
            <ac:spMk id="6" creationId="{26169B8B-F46B-06E5-5C65-70A388E711A3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09.928" v="204" actId="1076"/>
          <ac:spMkLst>
            <pc:docMk/>
            <pc:sldMk cId="0" sldId="267"/>
            <ac:spMk id="7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09.959" v="205" actId="1076"/>
          <ac:spMkLst>
            <pc:docMk/>
            <pc:sldMk cId="0" sldId="267"/>
            <ac:spMk id="8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09.975" v="206" actId="1076"/>
          <ac:spMkLst>
            <pc:docMk/>
            <pc:sldMk cId="0" sldId="267"/>
            <ac:spMk id="9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09.991" v="207" actId="1076"/>
          <ac:spMkLst>
            <pc:docMk/>
            <pc:sldMk cId="0" sldId="267"/>
            <ac:spMk id="10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006" v="208" actId="1076"/>
          <ac:spMkLst>
            <pc:docMk/>
            <pc:sldMk cId="0" sldId="267"/>
            <ac:spMk id="11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022" v="209" actId="1076"/>
          <ac:spMkLst>
            <pc:docMk/>
            <pc:sldMk cId="0" sldId="267"/>
            <ac:spMk id="12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038" v="210" actId="1076"/>
          <ac:spMkLst>
            <pc:docMk/>
            <pc:sldMk cId="0" sldId="267"/>
            <ac:spMk id="13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069" v="211" actId="1076"/>
          <ac:spMkLst>
            <pc:docMk/>
            <pc:sldMk cId="0" sldId="267"/>
            <ac:spMk id="14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084" v="212" actId="1076"/>
          <ac:spMkLst>
            <pc:docMk/>
            <pc:sldMk cId="0" sldId="267"/>
            <ac:spMk id="15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100" v="213" actId="1076"/>
          <ac:spMkLst>
            <pc:docMk/>
            <pc:sldMk cId="0" sldId="267"/>
            <ac:spMk id="16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116" v="214" actId="1076"/>
          <ac:spMkLst>
            <pc:docMk/>
            <pc:sldMk cId="0" sldId="267"/>
            <ac:spMk id="17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147" v="215" actId="1076"/>
          <ac:spMkLst>
            <pc:docMk/>
            <pc:sldMk cId="0" sldId="267"/>
            <ac:spMk id="18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163" v="216" actId="1076"/>
          <ac:spMkLst>
            <pc:docMk/>
            <pc:sldMk cId="0" sldId="267"/>
            <ac:spMk id="19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178" v="217" actId="1076"/>
          <ac:spMkLst>
            <pc:docMk/>
            <pc:sldMk cId="0" sldId="267"/>
            <ac:spMk id="20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194" v="218" actId="1076"/>
          <ac:spMkLst>
            <pc:docMk/>
            <pc:sldMk cId="0" sldId="267"/>
            <ac:spMk id="21" creationId="{00000000-0000-0000-0000-000000000000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37:20.500" v="190" actId="20577"/>
          <ac:spMkLst>
            <pc:docMk/>
            <pc:sldMk cId="0" sldId="267"/>
            <ac:spMk id="22" creationId="{44ADE369-B2B9-8D50-B268-939256A42084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44:33.328" v="280" actId="20577"/>
          <ac:spMkLst>
            <pc:docMk/>
            <pc:sldMk cId="0" sldId="267"/>
            <ac:spMk id="23" creationId="{FE04C285-96EE-E4CF-64FE-35499B8DAB7F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209" v="219" actId="1076"/>
          <ac:spMkLst>
            <pc:docMk/>
            <pc:sldMk cId="0" sldId="267"/>
            <ac:spMk id="24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241" v="220" actId="1076"/>
          <ac:spMkLst>
            <pc:docMk/>
            <pc:sldMk cId="0" sldId="267"/>
            <ac:spMk id="25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40:10.256" v="221" actId="1076"/>
          <ac:spMkLst>
            <pc:docMk/>
            <pc:sldMk cId="0" sldId="267"/>
            <ac:spMk id="26" creationId="{00000000-0000-0000-0000-000000000000}"/>
          </ac:spMkLst>
        </pc:spChg>
        <pc:spChg chg="add">
          <ac:chgData name="Vamsi Kalavagunta" userId="S::vamsi.k@embedur.com::3d6f9408-21f9-433c-aab3-b5557db0c3a4" providerId="AD" clId="Web-{6342E601-2877-CE84-2002-96C453EFB117}" dt="2026-07-21T05:50:15.166" v="289"/>
          <ac:spMkLst>
            <pc:docMk/>
            <pc:sldMk cId="0" sldId="267"/>
            <ac:spMk id="27" creationId="{3041160B-4C53-A944-236C-89D9634F5B17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1:20.121" v="308" actId="20577"/>
          <ac:spMkLst>
            <pc:docMk/>
            <pc:sldMk cId="0" sldId="267"/>
            <ac:spMk id="29" creationId="{5F302610-6256-6F08-1FF4-23606286646D}"/>
          </ac:spMkLst>
        </pc:spChg>
      </pc:sldChg>
      <pc:sldChg chg="addSp delSp modSp">
        <pc:chgData name="Vamsi Kalavagunta" userId="S::vamsi.k@embedur.com::3d6f9408-21f9-433c-aab3-b5557db0c3a4" providerId="AD" clId="Web-{6342E601-2877-CE84-2002-96C453EFB117}" dt="2026-07-21T05:50:04.197" v="285"/>
        <pc:sldMkLst>
          <pc:docMk/>
          <pc:sldMk cId="0" sldId="268"/>
        </pc:sldMkLst>
        <pc:spChg chg="del">
          <ac:chgData name="Vamsi Kalavagunta" userId="S::vamsi.k@embedur.com::3d6f9408-21f9-433c-aab3-b5557db0c3a4" providerId="AD" clId="Web-{6342E601-2877-CE84-2002-96C453EFB117}" dt="2026-07-21T05:49:48.572" v="281"/>
          <ac:spMkLst>
            <pc:docMk/>
            <pc:sldMk cId="0" sldId="268"/>
            <ac:spMk id="6" creationId="{00000000-0000-0000-0000-000000000000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49:53.291" v="284" actId="20577"/>
          <ac:spMkLst>
            <pc:docMk/>
            <pc:sldMk cId="0" sldId="268"/>
            <ac:spMk id="36" creationId="{8ED2AF03-97BE-8D6E-8B96-3D6B51DF81C3}"/>
          </ac:spMkLst>
        </pc:spChg>
        <pc:spChg chg="add">
          <ac:chgData name="Vamsi Kalavagunta" userId="S::vamsi.k@embedur.com::3d6f9408-21f9-433c-aab3-b5557db0c3a4" providerId="AD" clId="Web-{6342E601-2877-CE84-2002-96C453EFB117}" dt="2026-07-21T05:50:04.197" v="285"/>
          <ac:spMkLst>
            <pc:docMk/>
            <pc:sldMk cId="0" sldId="268"/>
            <ac:spMk id="38" creationId="{740BE0E5-5681-B656-5727-05AD1A7058FF}"/>
          </ac:spMkLst>
        </pc:spChg>
      </pc:sldChg>
      <pc:sldChg chg="addSp modSp">
        <pc:chgData name="Vamsi Kalavagunta" userId="S::vamsi.k@embedur.com::3d6f9408-21f9-433c-aab3-b5557db0c3a4" providerId="AD" clId="Web-{6342E601-2877-CE84-2002-96C453EFB117}" dt="2026-07-21T05:51:26.450" v="310" actId="20577"/>
        <pc:sldMkLst>
          <pc:docMk/>
          <pc:sldMk cId="0" sldId="269"/>
        </pc:sldMkLst>
        <pc:spChg chg="add">
          <ac:chgData name="Vamsi Kalavagunta" userId="S::vamsi.k@embedur.com::3d6f9408-21f9-433c-aab3-b5557db0c3a4" providerId="AD" clId="Web-{6342E601-2877-CE84-2002-96C453EFB117}" dt="2026-07-21T05:50:22.135" v="290"/>
          <ac:spMkLst>
            <pc:docMk/>
            <pc:sldMk cId="0" sldId="269"/>
            <ac:spMk id="6" creationId="{88FAE086-84F8-0643-4A46-4FC0EAEE6028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1:26.450" v="310" actId="20577"/>
          <ac:spMkLst>
            <pc:docMk/>
            <pc:sldMk cId="0" sldId="269"/>
            <ac:spMk id="71" creationId="{FD9A80C8-54D8-B091-8F70-D6410C7D7D82}"/>
          </ac:spMkLst>
        </pc:spChg>
      </pc:sldChg>
      <pc:sldChg chg="addSp modSp">
        <pc:chgData name="Vamsi Kalavagunta" userId="S::vamsi.k@embedur.com::3d6f9408-21f9-433c-aab3-b5557db0c3a4" providerId="AD" clId="Web-{6342E601-2877-CE84-2002-96C453EFB117}" dt="2026-07-21T05:51:33.169" v="312" actId="20577"/>
        <pc:sldMkLst>
          <pc:docMk/>
          <pc:sldMk cId="0" sldId="270"/>
        </pc:sldMkLst>
        <pc:spChg chg="add">
          <ac:chgData name="Vamsi Kalavagunta" userId="S::vamsi.k@embedur.com::3d6f9408-21f9-433c-aab3-b5557db0c3a4" providerId="AD" clId="Web-{6342E601-2877-CE84-2002-96C453EFB117}" dt="2026-07-21T05:50:24.104" v="291"/>
          <ac:spMkLst>
            <pc:docMk/>
            <pc:sldMk cId="0" sldId="270"/>
            <ac:spMk id="6" creationId="{E8267B8D-5047-D2BE-09FB-6382242ACD76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1:33.169" v="312" actId="20577"/>
          <ac:spMkLst>
            <pc:docMk/>
            <pc:sldMk cId="0" sldId="270"/>
            <ac:spMk id="10" creationId="{7F11D7F2-76D0-3D9D-53AE-BA06FD508233}"/>
          </ac:spMkLst>
        </pc:spChg>
      </pc:sldChg>
      <pc:sldChg chg="addSp delSp modSp">
        <pc:chgData name="Vamsi Kalavagunta" userId="S::vamsi.k@embedur.com::3d6f9408-21f9-433c-aab3-b5557db0c3a4" providerId="AD" clId="Web-{6342E601-2877-CE84-2002-96C453EFB117}" dt="2026-07-21T05:51:07.684" v="304" actId="20577"/>
        <pc:sldMkLst>
          <pc:docMk/>
          <pc:sldMk cId="0" sldId="271"/>
        </pc:sldMkLst>
        <pc:spChg chg="mod">
          <ac:chgData name="Vamsi Kalavagunta" userId="S::vamsi.k@embedur.com::3d6f9408-21f9-433c-aab3-b5557db0c3a4" providerId="AD" clId="Web-{6342E601-2877-CE84-2002-96C453EFB117}" dt="2026-07-21T04:32:42.428" v="181" actId="1076"/>
          <ac:spMkLst>
            <pc:docMk/>
            <pc:sldMk cId="0" sldId="271"/>
            <ac:spMk id="2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32:37.647" v="180" actId="1076"/>
          <ac:spMkLst>
            <pc:docMk/>
            <pc:sldMk cId="0" sldId="271"/>
            <ac:spMk id="3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32:30.459" v="179" actId="14100"/>
          <ac:spMkLst>
            <pc:docMk/>
            <pc:sldMk cId="0" sldId="271"/>
            <ac:spMk id="4" creationId="{00000000-0000-0000-0000-000000000000}"/>
          </ac:spMkLst>
        </pc:spChg>
        <pc:spChg chg="del">
          <ac:chgData name="Vamsi Kalavagunta" userId="S::vamsi.k@embedur.com::3d6f9408-21f9-433c-aab3-b5557db0c3a4" providerId="AD" clId="Web-{6342E601-2877-CE84-2002-96C453EFB117}" dt="2026-07-21T05:51:03.387" v="302"/>
          <ac:spMkLst>
            <pc:docMk/>
            <pc:sldMk cId="0" sldId="271"/>
            <ac:spMk id="6" creationId="{00000000-0000-0000-0000-000000000000}"/>
          </ac:spMkLst>
        </pc:spChg>
        <pc:spChg chg="mod">
          <ac:chgData name="Vamsi Kalavagunta" userId="S::vamsi.k@embedur.com::3d6f9408-21f9-433c-aab3-b5557db0c3a4" providerId="AD" clId="Web-{6342E601-2877-CE84-2002-96C453EFB117}" dt="2026-07-21T04:33:41.883" v="182" actId="1076"/>
          <ac:spMkLst>
            <pc:docMk/>
            <pc:sldMk cId="0" sldId="271"/>
            <ac:spMk id="25" creationId="{00000000-0000-0000-0000-000000000000}"/>
          </ac:spMkLst>
        </pc:spChg>
        <pc:spChg chg="add">
          <ac:chgData name="Vamsi Kalavagunta" userId="S::vamsi.k@embedur.com::3d6f9408-21f9-433c-aab3-b5557db0c3a4" providerId="AD" clId="Web-{6342E601-2877-CE84-2002-96C453EFB117}" dt="2026-07-21T05:50:10.479" v="287"/>
          <ac:spMkLst>
            <pc:docMk/>
            <pc:sldMk cId="0" sldId="271"/>
            <ac:spMk id="28" creationId="{83ED2ECD-1B01-8D95-EF63-38C9689A4756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1:07.684" v="304" actId="20577"/>
          <ac:spMkLst>
            <pc:docMk/>
            <pc:sldMk cId="0" sldId="271"/>
            <ac:spMk id="30" creationId="{E6C84C0F-3F4D-585B-D70E-6C2C8B3DD344}"/>
          </ac:spMkLst>
        </pc:spChg>
      </pc:sldChg>
      <pc:sldChg chg="addSp modSp">
        <pc:chgData name="Vamsi Kalavagunta" userId="S::vamsi.k@embedur.com::3d6f9408-21f9-433c-aab3-b5557db0c3a4" providerId="AD" clId="Web-{6342E601-2877-CE84-2002-96C453EFB117}" dt="2026-07-21T05:51:13.012" v="306" actId="20577"/>
        <pc:sldMkLst>
          <pc:docMk/>
          <pc:sldMk cId="0" sldId="272"/>
        </pc:sldMkLst>
        <pc:spChg chg="add">
          <ac:chgData name="Vamsi Kalavagunta" userId="S::vamsi.k@embedur.com::3d6f9408-21f9-433c-aab3-b5557db0c3a4" providerId="AD" clId="Web-{6342E601-2877-CE84-2002-96C453EFB117}" dt="2026-07-21T05:50:13.088" v="288"/>
          <ac:spMkLst>
            <pc:docMk/>
            <pc:sldMk cId="0" sldId="272"/>
            <ac:spMk id="6" creationId="{8DDA7363-2629-2047-0CD8-53C8EEC1B007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1:13.012" v="306" actId="20577"/>
          <ac:spMkLst>
            <pc:docMk/>
            <pc:sldMk cId="0" sldId="272"/>
            <ac:spMk id="29" creationId="{5D6120F9-F82A-976E-0FD6-3B7E4D2D5539}"/>
          </ac:spMkLst>
        </pc:spChg>
      </pc:sldChg>
      <pc:sldChg chg="addSp modSp">
        <pc:chgData name="Vamsi Kalavagunta" userId="S::vamsi.k@embedur.com::3d6f9408-21f9-433c-aab3-b5557db0c3a4" providerId="AD" clId="Web-{6342E601-2877-CE84-2002-96C453EFB117}" dt="2026-07-21T05:51:40.997" v="314" actId="20577"/>
        <pc:sldMkLst>
          <pc:docMk/>
          <pc:sldMk cId="0" sldId="273"/>
        </pc:sldMkLst>
        <pc:spChg chg="add">
          <ac:chgData name="Vamsi Kalavagunta" userId="S::vamsi.k@embedur.com::3d6f9408-21f9-433c-aab3-b5557db0c3a4" providerId="AD" clId="Web-{6342E601-2877-CE84-2002-96C453EFB117}" dt="2026-07-21T05:50:25.917" v="292"/>
          <ac:spMkLst>
            <pc:docMk/>
            <pc:sldMk cId="0" sldId="273"/>
            <ac:spMk id="6" creationId="{C639290E-1816-A5AA-AC99-FBCCF360A07A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1:40.997" v="314" actId="20577"/>
          <ac:spMkLst>
            <pc:docMk/>
            <pc:sldMk cId="0" sldId="273"/>
            <ac:spMk id="28" creationId="{37CC5D24-AFB8-591C-B8F8-5714D3ACCD19}"/>
          </ac:spMkLst>
        </pc:spChg>
      </pc:sldChg>
      <pc:sldChg chg="addSp modSp">
        <pc:chgData name="Vamsi Kalavagunta" userId="S::vamsi.k@embedur.com::3d6f9408-21f9-433c-aab3-b5557db0c3a4" providerId="AD" clId="Web-{6342E601-2877-CE84-2002-96C453EFB117}" dt="2026-07-21T05:51:46.435" v="316" actId="20577"/>
        <pc:sldMkLst>
          <pc:docMk/>
          <pc:sldMk cId="0" sldId="275"/>
        </pc:sldMkLst>
        <pc:spChg chg="add">
          <ac:chgData name="Vamsi Kalavagunta" userId="S::vamsi.k@embedur.com::3d6f9408-21f9-433c-aab3-b5557db0c3a4" providerId="AD" clId="Web-{6342E601-2877-CE84-2002-96C453EFB117}" dt="2026-07-21T05:50:27.870" v="293"/>
          <ac:spMkLst>
            <pc:docMk/>
            <pc:sldMk cId="0" sldId="275"/>
            <ac:spMk id="6" creationId="{BDEFE1E5-54CB-2854-E439-E7B9240CC077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1:46.435" v="316" actId="20577"/>
          <ac:spMkLst>
            <pc:docMk/>
            <pc:sldMk cId="0" sldId="275"/>
            <ac:spMk id="38" creationId="{D38DF6EC-1648-C0D4-C33D-A6C6CC921B6B}"/>
          </ac:spMkLst>
        </pc:spChg>
      </pc:sldChg>
      <pc:sldChg chg="addSp modSp">
        <pc:chgData name="Vamsi Kalavagunta" userId="S::vamsi.k@embedur.com::3d6f9408-21f9-433c-aab3-b5557db0c3a4" providerId="AD" clId="Web-{6342E601-2877-CE84-2002-96C453EFB117}" dt="2026-07-21T05:51:52.591" v="318" actId="20577"/>
        <pc:sldMkLst>
          <pc:docMk/>
          <pc:sldMk cId="0" sldId="276"/>
        </pc:sldMkLst>
        <pc:spChg chg="add">
          <ac:chgData name="Vamsi Kalavagunta" userId="S::vamsi.k@embedur.com::3d6f9408-21f9-433c-aab3-b5557db0c3a4" providerId="AD" clId="Web-{6342E601-2877-CE84-2002-96C453EFB117}" dt="2026-07-21T05:50:30.432" v="294"/>
          <ac:spMkLst>
            <pc:docMk/>
            <pc:sldMk cId="0" sldId="276"/>
            <ac:spMk id="6" creationId="{BB2D4487-81DA-0705-C201-B0D7B5CF8859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1:52.591" v="318" actId="20577"/>
          <ac:spMkLst>
            <pc:docMk/>
            <pc:sldMk cId="0" sldId="276"/>
            <ac:spMk id="47" creationId="{A7DE78A7-96FF-20FA-2455-6D11D2E530E9}"/>
          </ac:spMkLst>
        </pc:spChg>
      </pc:sldChg>
      <pc:sldChg chg="addSp modSp">
        <pc:chgData name="Vamsi Kalavagunta" userId="S::vamsi.k@embedur.com::3d6f9408-21f9-433c-aab3-b5557db0c3a4" providerId="AD" clId="Web-{6342E601-2877-CE84-2002-96C453EFB117}" dt="2026-07-21T05:51:59.419" v="320" actId="20577"/>
        <pc:sldMkLst>
          <pc:docMk/>
          <pc:sldMk cId="3840549062" sldId="278"/>
        </pc:sldMkLst>
        <pc:spChg chg="add">
          <ac:chgData name="Vamsi Kalavagunta" userId="S::vamsi.k@embedur.com::3d6f9408-21f9-433c-aab3-b5557db0c3a4" providerId="AD" clId="Web-{6342E601-2877-CE84-2002-96C453EFB117}" dt="2026-07-21T05:50:31.698" v="295"/>
          <ac:spMkLst>
            <pc:docMk/>
            <pc:sldMk cId="3840549062" sldId="278"/>
            <ac:spMk id="6" creationId="{09A82FAF-BA64-7723-BE00-C96AD331D5A8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1:59.419" v="320" actId="20577"/>
          <ac:spMkLst>
            <pc:docMk/>
            <pc:sldMk cId="3840549062" sldId="278"/>
            <ac:spMk id="53" creationId="{69E9035F-E0F1-93B5-94A7-9FF460460D31}"/>
          </ac:spMkLst>
        </pc:spChg>
      </pc:sldChg>
      <pc:sldChg chg="addSp modSp">
        <pc:chgData name="Vamsi Kalavagunta" userId="S::vamsi.k@embedur.com::3d6f9408-21f9-433c-aab3-b5557db0c3a4" providerId="AD" clId="Web-{6342E601-2877-CE84-2002-96C453EFB117}" dt="2026-07-21T05:52:12.779" v="324" actId="20577"/>
        <pc:sldMkLst>
          <pc:docMk/>
          <pc:sldMk cId="0" sldId="279"/>
        </pc:sldMkLst>
        <pc:spChg chg="add">
          <ac:chgData name="Vamsi Kalavagunta" userId="S::vamsi.k@embedur.com::3d6f9408-21f9-433c-aab3-b5557db0c3a4" providerId="AD" clId="Web-{6342E601-2877-CE84-2002-96C453EFB117}" dt="2026-07-21T05:50:33.073" v="297"/>
          <ac:spMkLst>
            <pc:docMk/>
            <pc:sldMk cId="0" sldId="279"/>
            <ac:spMk id="39" creationId="{B9E16C84-3A67-3B1A-4232-D7F6BF6CB386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2:12.779" v="324" actId="20577"/>
          <ac:spMkLst>
            <pc:docMk/>
            <pc:sldMk cId="0" sldId="279"/>
            <ac:spMk id="41" creationId="{B8E33B56-3464-83D6-39EE-B538B98C1A3F}"/>
          </ac:spMkLst>
        </pc:spChg>
      </pc:sldChg>
      <pc:sldChg chg="addSp modSp">
        <pc:chgData name="Vamsi Kalavagunta" userId="S::vamsi.k@embedur.com::3d6f9408-21f9-433c-aab3-b5557db0c3a4" providerId="AD" clId="Web-{6342E601-2877-CE84-2002-96C453EFB117}" dt="2026-07-21T05:52:08.748" v="322" actId="20577"/>
        <pc:sldMkLst>
          <pc:docMk/>
          <pc:sldMk cId="2774545286" sldId="280"/>
        </pc:sldMkLst>
        <pc:spChg chg="add">
          <ac:chgData name="Vamsi Kalavagunta" userId="S::vamsi.k@embedur.com::3d6f9408-21f9-433c-aab3-b5557db0c3a4" providerId="AD" clId="Web-{6342E601-2877-CE84-2002-96C453EFB117}" dt="2026-07-21T05:50:31.995" v="296"/>
          <ac:spMkLst>
            <pc:docMk/>
            <pc:sldMk cId="2774545286" sldId="280"/>
            <ac:spMk id="6" creationId="{A20ABA42-410A-4AB4-6D5F-B1B7987E861B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2:08.748" v="322" actId="20577"/>
          <ac:spMkLst>
            <pc:docMk/>
            <pc:sldMk cId="2774545286" sldId="280"/>
            <ac:spMk id="36" creationId="{7B006B86-B7A1-CFA6-3170-E34BF38A34CA}"/>
          </ac:spMkLst>
        </pc:spChg>
      </pc:sldChg>
      <pc:sldChg chg="addSp delSp modSp">
        <pc:chgData name="Vamsi Kalavagunta" userId="S::vamsi.k@embedur.com::3d6f9408-21f9-433c-aab3-b5557db0c3a4" providerId="AD" clId="Web-{6342E601-2877-CE84-2002-96C453EFB117}" dt="2026-07-21T05:52:17.483" v="326" actId="20577"/>
        <pc:sldMkLst>
          <pc:docMk/>
          <pc:sldMk cId="0" sldId="281"/>
        </pc:sldMkLst>
        <pc:spChg chg="mod">
          <ac:chgData name="Vamsi Kalavagunta" userId="S::vamsi.k@embedur.com::3d6f9408-21f9-433c-aab3-b5557db0c3a4" providerId="AD" clId="Web-{6342E601-2877-CE84-2002-96C453EFB117}" dt="2026-07-21T04:16:57.863" v="74" actId="20577"/>
          <ac:spMkLst>
            <pc:docMk/>
            <pc:sldMk cId="0" sldId="281"/>
            <ac:spMk id="7" creationId="{00000000-0000-0000-0000-000000000000}"/>
          </ac:spMkLst>
        </pc:spChg>
        <pc:spChg chg="del">
          <ac:chgData name="Vamsi Kalavagunta" userId="S::vamsi.k@embedur.com::3d6f9408-21f9-433c-aab3-b5557db0c3a4" providerId="AD" clId="Web-{6342E601-2877-CE84-2002-96C453EFB117}" dt="2026-07-21T04:14:42.843" v="0"/>
          <ac:spMkLst>
            <pc:docMk/>
            <pc:sldMk cId="0" sldId="281"/>
            <ac:spMk id="17" creationId="{A143650F-2D70-059C-6968-C1B3AB6B9461}"/>
          </ac:spMkLst>
        </pc:spChg>
        <pc:spChg chg="del">
          <ac:chgData name="Vamsi Kalavagunta" userId="S::vamsi.k@embedur.com::3d6f9408-21f9-433c-aab3-b5557db0c3a4" providerId="AD" clId="Web-{6342E601-2877-CE84-2002-96C453EFB117}" dt="2026-07-21T04:16:45.738" v="72"/>
          <ac:spMkLst>
            <pc:docMk/>
            <pc:sldMk cId="0" sldId="281"/>
            <ac:spMk id="18" creationId="{8D03F1FF-531B-8888-F98A-C20FB8808AD5}"/>
          </ac:spMkLst>
        </pc:spChg>
        <pc:spChg chg="add">
          <ac:chgData name="Vamsi Kalavagunta" userId="S::vamsi.k@embedur.com::3d6f9408-21f9-433c-aab3-b5557db0c3a4" providerId="AD" clId="Web-{6342E601-2877-CE84-2002-96C453EFB117}" dt="2026-07-21T05:50:35.276" v="298"/>
          <ac:spMkLst>
            <pc:docMk/>
            <pc:sldMk cId="0" sldId="281"/>
            <ac:spMk id="18" creationId="{A5FFF372-3AA5-B6C2-51AA-FCFE5A64759C}"/>
          </ac:spMkLst>
        </pc:spChg>
        <pc:spChg chg="del">
          <ac:chgData name="Vamsi Kalavagunta" userId="S::vamsi.k@embedur.com::3d6f9408-21f9-433c-aab3-b5557db0c3a4" providerId="AD" clId="Web-{6342E601-2877-CE84-2002-96C453EFB117}" dt="2026-07-21T04:14:57.546" v="3"/>
          <ac:spMkLst>
            <pc:docMk/>
            <pc:sldMk cId="0" sldId="281"/>
            <ac:spMk id="19" creationId="{D05F6E44-012E-7028-1A88-2DE441544481}"/>
          </ac:spMkLst>
        </pc:spChg>
        <pc:spChg chg="add">
          <ac:chgData name="Vamsi Kalavagunta" userId="S::vamsi.k@embedur.com::3d6f9408-21f9-433c-aab3-b5557db0c3a4" providerId="AD" clId="Web-{6342E601-2877-CE84-2002-96C453EFB117}" dt="2026-07-21T04:14:50.608" v="2"/>
          <ac:spMkLst>
            <pc:docMk/>
            <pc:sldMk cId="0" sldId="281"/>
            <ac:spMk id="20" creationId="{05F34175-E807-13BA-C53B-9A0AA5F9792F}"/>
          </ac:spMkLst>
        </pc:spChg>
        <pc:spChg chg="add">
          <ac:chgData name="Vamsi Kalavagunta" userId="S::vamsi.k@embedur.com::3d6f9408-21f9-433c-aab3-b5557db0c3a4" providerId="AD" clId="Web-{6342E601-2877-CE84-2002-96C453EFB117}" dt="2026-07-21T04:14:50.608" v="2"/>
          <ac:spMkLst>
            <pc:docMk/>
            <pc:sldMk cId="0" sldId="281"/>
            <ac:spMk id="21" creationId="{1BE92852-7B6F-6506-8378-7C3F9778DF55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15:10.562" v="10" actId="1076"/>
          <ac:spMkLst>
            <pc:docMk/>
            <pc:sldMk cId="0" sldId="281"/>
            <ac:spMk id="22" creationId="{1E2562CC-5562-B5F8-B605-5BD2592AAF00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16:40.769" v="71" actId="20577"/>
          <ac:spMkLst>
            <pc:docMk/>
            <pc:sldMk cId="0" sldId="281"/>
            <ac:spMk id="57" creationId="{024FC922-C829-8589-F44D-081851DD4947}"/>
          </ac:spMkLst>
        </pc:spChg>
        <pc:spChg chg="add del mod">
          <ac:chgData name="Vamsi Kalavagunta" userId="S::vamsi.k@embedur.com::3d6f9408-21f9-433c-aab3-b5557db0c3a4" providerId="AD" clId="Web-{6342E601-2877-CE84-2002-96C453EFB117}" dt="2026-07-21T04:15:49.095" v="29"/>
          <ac:spMkLst>
            <pc:docMk/>
            <pc:sldMk cId="0" sldId="281"/>
            <ac:spMk id="58" creationId="{AB0504E4-4728-7F3E-8D52-6D608AA0BB7C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2:17.483" v="326" actId="20577"/>
          <ac:spMkLst>
            <pc:docMk/>
            <pc:sldMk cId="0" sldId="281"/>
            <ac:spMk id="58" creationId="{E8ED34C2-94B3-053F-1520-EA005AA8EBB7}"/>
          </ac:spMkLst>
        </pc:spChg>
        <pc:spChg chg="del mod">
          <ac:chgData name="Vamsi Kalavagunta" userId="S::vamsi.k@embedur.com::3d6f9408-21f9-433c-aab3-b5557db0c3a4" providerId="AD" clId="Web-{6342E601-2877-CE84-2002-96C453EFB117}" dt="2026-07-21T04:15:15.953" v="17"/>
          <ac:spMkLst>
            <pc:docMk/>
            <pc:sldMk cId="0" sldId="281"/>
            <ac:spMk id="59" creationId="{743B8F2F-7490-0610-998E-29477C1E0C97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16:09.471" v="36" actId="20577"/>
          <ac:spMkLst>
            <pc:docMk/>
            <pc:sldMk cId="0" sldId="281"/>
            <ac:spMk id="60" creationId="{6896B506-7F45-BC41-5F8F-C11A80D06E96}"/>
          </ac:spMkLst>
        </pc:spChg>
        <pc:spChg chg="add del mod">
          <ac:chgData name="Vamsi Kalavagunta" userId="S::vamsi.k@embedur.com::3d6f9408-21f9-433c-aab3-b5557db0c3a4" providerId="AD" clId="Web-{6342E601-2877-CE84-2002-96C453EFB117}" dt="2026-07-21T04:15:59.752" v="31" actId="20577"/>
          <ac:spMkLst>
            <pc:docMk/>
            <pc:sldMk cId="0" sldId="281"/>
            <ac:spMk id="61" creationId="{C31A436F-3111-B943-BD1F-C5D003FF9977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17:09.176" v="80" actId="1076"/>
          <ac:spMkLst>
            <pc:docMk/>
            <pc:sldMk cId="0" sldId="281"/>
            <ac:spMk id="62" creationId="{3930517D-131A-827F-CF70-1E85CE5B5237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18:07.053" v="119" actId="20577"/>
          <ac:spMkLst>
            <pc:docMk/>
            <pc:sldMk cId="0" sldId="281"/>
            <ac:spMk id="63" creationId="{0D973A87-D417-0DF4-1E3C-A94DE54C3DB3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19:59.229" v="153" actId="20577"/>
          <ac:spMkLst>
            <pc:docMk/>
            <pc:sldMk cId="0" sldId="281"/>
            <ac:spMk id="64" creationId="{701CBEAF-4F63-06B6-E821-2EA4D561AD92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17:55.099" v="114" actId="20577"/>
          <ac:spMkLst>
            <pc:docMk/>
            <pc:sldMk cId="0" sldId="281"/>
            <ac:spMk id="65" creationId="{5F67FC35-EF4B-3C5B-7F63-C0094E4C7604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19:35.259" v="150" actId="20577"/>
          <ac:spMkLst>
            <pc:docMk/>
            <pc:sldMk cId="0" sldId="281"/>
            <ac:spMk id="66" creationId="{9E79A6E0-0C4C-4886-5A51-F5F9AF4913EF}"/>
          </ac:spMkLst>
        </pc:spChg>
        <pc:spChg chg="add del mod">
          <ac:chgData name="Vamsi Kalavagunta" userId="S::vamsi.k@embedur.com::3d6f9408-21f9-433c-aab3-b5557db0c3a4" providerId="AD" clId="Web-{6342E601-2877-CE84-2002-96C453EFB117}" dt="2026-07-21T04:18:52.351" v="131"/>
          <ac:spMkLst>
            <pc:docMk/>
            <pc:sldMk cId="0" sldId="281"/>
            <ac:spMk id="67" creationId="{58715DDA-45C4-8F37-3DBE-D7CEADAB1C64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4:20:05.151" v="154" actId="1076"/>
          <ac:spMkLst>
            <pc:docMk/>
            <pc:sldMk cId="0" sldId="281"/>
            <ac:spMk id="68" creationId="{4E0A2C55-8DBD-2C2A-664B-0D69164BBEC0}"/>
          </ac:spMkLst>
        </pc:spChg>
      </pc:sldChg>
      <pc:sldChg chg="addSp modSp">
        <pc:chgData name="Vamsi Kalavagunta" userId="S::vamsi.k@embedur.com::3d6f9408-21f9-433c-aab3-b5557db0c3a4" providerId="AD" clId="Web-{6342E601-2877-CE84-2002-96C453EFB117}" dt="2026-07-21T05:52:24.748" v="328" actId="20577"/>
        <pc:sldMkLst>
          <pc:docMk/>
          <pc:sldMk cId="2203072165" sldId="282"/>
        </pc:sldMkLst>
        <pc:spChg chg="mod">
          <ac:chgData name="Vamsi Kalavagunta" userId="S::vamsi.k@embedur.com::3d6f9408-21f9-433c-aab3-b5557db0c3a4" providerId="AD" clId="Web-{6342E601-2877-CE84-2002-96C453EFB117}" dt="2026-07-21T04:20:35.933" v="163" actId="20577"/>
          <ac:spMkLst>
            <pc:docMk/>
            <pc:sldMk cId="2203072165" sldId="282"/>
            <ac:spMk id="12" creationId="{00000000-0000-0000-0000-000000000000}"/>
          </ac:spMkLst>
        </pc:spChg>
        <pc:spChg chg="add">
          <ac:chgData name="Vamsi Kalavagunta" userId="S::vamsi.k@embedur.com::3d6f9408-21f9-433c-aab3-b5557db0c3a4" providerId="AD" clId="Web-{6342E601-2877-CE84-2002-96C453EFB117}" dt="2026-07-21T05:50:38.026" v="299"/>
          <ac:spMkLst>
            <pc:docMk/>
            <pc:sldMk cId="2203072165" sldId="282"/>
            <ac:spMk id="13" creationId="{0FFB90D9-93B6-BCCA-7F4B-159599A2D7F9}"/>
          </ac:spMkLst>
        </pc:spChg>
        <pc:spChg chg="add mod">
          <ac:chgData name="Vamsi Kalavagunta" userId="S::vamsi.k@embedur.com::3d6f9408-21f9-433c-aab3-b5557db0c3a4" providerId="AD" clId="Web-{6342E601-2877-CE84-2002-96C453EFB117}" dt="2026-07-21T05:52:24.748" v="328" actId="20577"/>
          <ac:spMkLst>
            <pc:docMk/>
            <pc:sldMk cId="2203072165" sldId="282"/>
            <ac:spMk id="15" creationId="{C50EC0E8-3371-1846-D21C-56918561C126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_101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FP32</c:v>
                </c:pt>
              </c:strCache>
            </c:strRef>
          </c:tx>
          <c:spPr>
            <a:solidFill>
              <a:srgbClr val="FF6B5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Model Size (MB)</c:v>
                </c:pt>
                <c:pt idx="1">
                  <c:v>RAM Usage (MB)</c:v>
                </c:pt>
                <c:pt idx="2">
                  <c:v>Latency (ms)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4E2-4F93-8242-0DE0A8E015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INT8</c:v>
                </c:pt>
              </c:strCache>
            </c:strRef>
          </c:tx>
          <c:spPr>
            <a:solidFill>
              <a:srgbClr val="087E8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Model Size (MB)</c:v>
                </c:pt>
                <c:pt idx="1">
                  <c:v>RAM Usage (MB)</c:v>
                </c:pt>
                <c:pt idx="2">
                  <c:v>Latency (ms)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25</c:v>
                </c:pt>
                <c:pt idx="1">
                  <c:v>30</c:v>
                </c:pt>
                <c:pt idx="2">
                  <c:v>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4E2-4F93-8242-0DE0A8E015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4F7F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solidFill>
          <a:srgbClr val="0B3954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F4F7F9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0B3954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037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medium.com/data-science/4-bit-quantization-with-gptq-36b0f4f02c34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2743200" cy="274320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PRESENTATION ON</a:t>
            </a:r>
            <a:endParaRPr lang="en-US" sz="140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Model Quantization</a:t>
            </a:r>
            <a:endParaRPr lang="en-US" sz="5400"/>
          </a:p>
        </p:txBody>
      </p:sp>
      <p:sp>
        <p:nvSpPr>
          <p:cNvPr id="6" name="Text 4"/>
          <p:cNvSpPr/>
          <p:nvPr/>
        </p:nvSpPr>
        <p:spPr>
          <a:xfrm>
            <a:off x="822960" y="356616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FP32 to INT8 — fundamentals, error metrics, calibration</a:t>
            </a:r>
            <a:endParaRPr lang="en-US" sz="1600"/>
          </a:p>
          <a:p>
            <a:pPr marL="0" indent="0">
              <a:lnSpc>
                <a:spcPts val="2400"/>
              </a:lnSpc>
              <a:buNone/>
            </a:pPr>
            <a:r>
              <a:rPr lang="en-US" sz="160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the PyTorch → TFLite deployment pipeline</a:t>
            </a:r>
            <a:endParaRPr lang="en-US" sz="1600"/>
          </a:p>
        </p:txBody>
      </p:sp>
      <p:sp>
        <p:nvSpPr>
          <p:cNvPr id="7" name="Shape 5"/>
          <p:cNvSpPr/>
          <p:nvPr/>
        </p:nvSpPr>
        <p:spPr>
          <a:xfrm>
            <a:off x="822960" y="4892040"/>
            <a:ext cx="1664208" cy="384048"/>
          </a:xfrm>
          <a:prstGeom prst="roundRect">
            <a:avLst>
              <a:gd name="adj" fmla="val 19048"/>
            </a:avLst>
          </a:prstGeom>
          <a:solidFill>
            <a:srgbClr val="0B3954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892040"/>
            <a:ext cx="166420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2651760" y="4892040"/>
            <a:ext cx="2267712" cy="384048"/>
          </a:xfrm>
          <a:prstGeom prst="roundRect">
            <a:avLst>
              <a:gd name="adj" fmla="val 19048"/>
            </a:avLst>
          </a:prstGeom>
          <a:solidFill>
            <a:srgbClr val="0B3954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651760" y="4892040"/>
            <a:ext cx="226771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Zero-Point</a:t>
            </a:r>
            <a:endParaRPr lang="en-US" sz="1100"/>
          </a:p>
        </p:txBody>
      </p:sp>
      <p:sp>
        <p:nvSpPr>
          <p:cNvPr id="11" name="Shape 9"/>
          <p:cNvSpPr/>
          <p:nvPr/>
        </p:nvSpPr>
        <p:spPr>
          <a:xfrm>
            <a:off x="5084064" y="4892040"/>
            <a:ext cx="758952" cy="384048"/>
          </a:xfrm>
          <a:prstGeom prst="roundRect">
            <a:avLst>
              <a:gd name="adj" fmla="val 19048"/>
            </a:avLst>
          </a:prstGeom>
          <a:solidFill>
            <a:srgbClr val="0B3954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5084064" y="4892040"/>
            <a:ext cx="75895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QAT</a:t>
            </a:r>
            <a:endParaRPr lang="en-US" sz="1100"/>
          </a:p>
        </p:txBody>
      </p:sp>
      <p:sp>
        <p:nvSpPr>
          <p:cNvPr id="13" name="Shape 11"/>
          <p:cNvSpPr/>
          <p:nvPr/>
        </p:nvSpPr>
        <p:spPr>
          <a:xfrm>
            <a:off x="6007608" y="4892040"/>
            <a:ext cx="1563624" cy="384048"/>
          </a:xfrm>
          <a:prstGeom prst="roundRect">
            <a:avLst>
              <a:gd name="adj" fmla="val 19048"/>
            </a:avLst>
          </a:prstGeom>
          <a:solidFill>
            <a:srgbClr val="0B3954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07608" y="4892040"/>
            <a:ext cx="1563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7735824" y="4892040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0B3954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735824" y="489204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MOTIVATION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324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Why Model Quantization Is Required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1234440" y="164592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constrained hardware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1234440" y="1984248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devices such as a Raspberry Pi have only a few GB of RAM — large FP32 models simply don’t fit.</a:t>
            </a:r>
            <a:endParaRPr lang="en-US" sz="1250"/>
          </a:p>
        </p:txBody>
      </p:sp>
      <p:sp>
        <p:nvSpPr>
          <p:cNvPr id="8" name="Shape 6"/>
          <p:cNvSpPr/>
          <p:nvPr/>
        </p:nvSpPr>
        <p:spPr>
          <a:xfrm>
            <a:off x="548640" y="2770632"/>
            <a:ext cx="457200" cy="45720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770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1234440" y="2724912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1234440" y="306324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8-bit integer math runs faster than 32-bit float math on CPUs and NPUs without float units.</a:t>
            </a: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548640" y="3849624"/>
            <a:ext cx="457200" cy="45720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84962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/>
          </a:p>
        </p:txBody>
      </p:sp>
      <p:sp>
        <p:nvSpPr>
          <p:cNvPr id="14" name="Text 12"/>
          <p:cNvSpPr/>
          <p:nvPr/>
        </p:nvSpPr>
        <p:spPr>
          <a:xfrm>
            <a:off x="1234440" y="3803904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power draw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1234440" y="4142232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bits moved and computed per operation means longer battery life on embedded devices.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548640" y="4928616"/>
            <a:ext cx="457200" cy="45720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928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/>
          </a:p>
        </p:txBody>
      </p:sp>
      <p:sp>
        <p:nvSpPr>
          <p:cNvPr id="18" name="Text 16"/>
          <p:cNvSpPr/>
          <p:nvPr/>
        </p:nvSpPr>
        <p:spPr>
          <a:xfrm>
            <a:off x="1234440" y="48828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 footprint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1234440" y="5221224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over-the-air updates and on-device storage of multiple models.</a:t>
            </a:r>
            <a:endParaRPr lang="en-US" sz="1250"/>
          </a:p>
        </p:txBody>
      </p:sp>
      <p:sp>
        <p:nvSpPr>
          <p:cNvPr id="20" name="Shape 18"/>
          <p:cNvSpPr/>
          <p:nvPr/>
        </p:nvSpPr>
        <p:spPr>
          <a:xfrm>
            <a:off x="6903720" y="1691640"/>
            <a:ext cx="4754880" cy="4343400"/>
          </a:xfrm>
          <a:prstGeom prst="roundRect">
            <a:avLst>
              <a:gd name="adj" fmla="val 1684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223760" y="18745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FOOTPRINT: FP32 vs INT8</a:t>
            </a:r>
            <a:endParaRPr lang="en-US" sz="1200"/>
          </a:p>
        </p:txBody>
      </p:sp>
      <p:graphicFrame>
        <p:nvGraphicFramePr>
          <p:cNvPr id="22" name="Chart 0"/>
          <p:cNvGraphicFramePr/>
          <p:nvPr/>
        </p:nvGraphicFramePr>
        <p:xfrm>
          <a:off x="7178040" y="2331720"/>
          <a:ext cx="420624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3" name="Text 20"/>
          <p:cNvSpPr/>
          <p:nvPr/>
        </p:nvSpPr>
        <p:spPr>
          <a:xfrm>
            <a:off x="7223760" y="58064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values, FP32 = 100 (illustrative)</a:t>
            </a:r>
            <a:endParaRPr lang="en-US" sz="950"/>
          </a:p>
        </p:txBody>
      </p:sp>
      <p:sp>
        <p:nvSpPr>
          <p:cNvPr id="24" name="Text 2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/>
          </a:p>
        </p:txBody>
      </p:sp>
      <p:sp>
        <p:nvSpPr>
          <p:cNvPr id="25" name="Text 22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CORE CONCEPT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324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Quantization &amp; Dequantization Fundamentals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682496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/>
              <a:t>Quantization converts floating-point values into lower-precision integers using a scale and zero point.</a:t>
            </a:r>
          </a:p>
          <a:p>
            <a:pPr marL="285750" indent="-285750">
              <a:lnSpc>
                <a:spcPts val="1800"/>
              </a:lnSpc>
              <a:buFont typeface="Arial" panose="020B0604020202020204" pitchFamily="34" charset="0"/>
              <a:buChar char="•"/>
            </a:pPr>
            <a:r>
              <a:rPr lang="en-US" sz="1400"/>
              <a:t>Dequantization reconstructs approximate floating-point values from those integers, introducing a small rounding error.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48640" y="2743200"/>
            <a:ext cx="1901952" cy="1371600"/>
          </a:xfrm>
          <a:prstGeom prst="roundRect">
            <a:avLst>
              <a:gd name="adj" fmla="val 666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294436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Value</a:t>
            </a:r>
            <a:endParaRPr lang="en-US" sz="1300"/>
          </a:p>
        </p:txBody>
      </p:sp>
      <p:sp>
        <p:nvSpPr>
          <p:cNvPr id="7" name="Text 5"/>
          <p:cNvSpPr/>
          <p:nvPr/>
        </p:nvSpPr>
        <p:spPr>
          <a:xfrm>
            <a:off x="594360" y="340156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E8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  (float32)</a:t>
            </a:r>
            <a:endParaRPr lang="en-US" sz="1150"/>
          </a:p>
        </p:txBody>
      </p:sp>
      <p:sp>
        <p:nvSpPr>
          <p:cNvPr id="8" name="Text 6"/>
          <p:cNvSpPr/>
          <p:nvPr/>
        </p:nvSpPr>
        <p:spPr>
          <a:xfrm>
            <a:off x="2450592" y="31089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/>
          </a:p>
        </p:txBody>
      </p:sp>
      <p:sp>
        <p:nvSpPr>
          <p:cNvPr id="9" name="Shape 7"/>
          <p:cNvSpPr/>
          <p:nvPr/>
        </p:nvSpPr>
        <p:spPr>
          <a:xfrm>
            <a:off x="2770632" y="2743200"/>
            <a:ext cx="1901952" cy="1371600"/>
          </a:xfrm>
          <a:prstGeom prst="roundRect">
            <a:avLst>
              <a:gd name="adj" fmla="val 6667"/>
            </a:avLst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70632" y="294436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2816352" y="340156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E8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round(r/S) + Z</a:t>
            </a:r>
            <a:endParaRPr lang="en-US" sz="1150"/>
          </a:p>
        </p:txBody>
      </p:sp>
      <p:sp>
        <p:nvSpPr>
          <p:cNvPr id="12" name="Text 10"/>
          <p:cNvSpPr/>
          <p:nvPr/>
        </p:nvSpPr>
        <p:spPr>
          <a:xfrm>
            <a:off x="4672584" y="31089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/>
          </a:p>
        </p:txBody>
      </p:sp>
      <p:sp>
        <p:nvSpPr>
          <p:cNvPr id="13" name="Shape 11"/>
          <p:cNvSpPr/>
          <p:nvPr/>
        </p:nvSpPr>
        <p:spPr>
          <a:xfrm>
            <a:off x="4992624" y="2743200"/>
            <a:ext cx="1901952" cy="1371600"/>
          </a:xfrm>
          <a:prstGeom prst="roundRect">
            <a:avLst>
              <a:gd name="adj" fmla="val 666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92624" y="294436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Value</a:t>
            </a:r>
            <a:endParaRPr lang="en-US" sz="1300"/>
          </a:p>
        </p:txBody>
      </p:sp>
      <p:sp>
        <p:nvSpPr>
          <p:cNvPr id="15" name="Text 13"/>
          <p:cNvSpPr/>
          <p:nvPr/>
        </p:nvSpPr>
        <p:spPr>
          <a:xfrm>
            <a:off x="5038344" y="340156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E8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 (int8)</a:t>
            </a:r>
            <a:endParaRPr lang="en-US" sz="1150"/>
          </a:p>
        </p:txBody>
      </p:sp>
      <p:sp>
        <p:nvSpPr>
          <p:cNvPr id="16" name="Text 14"/>
          <p:cNvSpPr/>
          <p:nvPr/>
        </p:nvSpPr>
        <p:spPr>
          <a:xfrm>
            <a:off x="6894576" y="31089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/>
          </a:p>
        </p:txBody>
      </p:sp>
      <p:sp>
        <p:nvSpPr>
          <p:cNvPr id="17" name="Shape 15"/>
          <p:cNvSpPr/>
          <p:nvPr/>
        </p:nvSpPr>
        <p:spPr>
          <a:xfrm>
            <a:off x="7214616" y="2743200"/>
            <a:ext cx="1901952" cy="1371600"/>
          </a:xfrm>
          <a:prstGeom prst="roundRect">
            <a:avLst>
              <a:gd name="adj" fmla="val 6667"/>
            </a:avLst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214616" y="294436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Dequantize</a:t>
            </a:r>
            <a:endParaRPr lang="en-US" sz="1300"/>
          </a:p>
        </p:txBody>
      </p:sp>
      <p:sp>
        <p:nvSpPr>
          <p:cNvPr id="19" name="Text 17"/>
          <p:cNvSpPr/>
          <p:nvPr/>
        </p:nvSpPr>
        <p:spPr>
          <a:xfrm>
            <a:off x="7260336" y="340156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E8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r′ = S × (q − Z)</a:t>
            </a:r>
            <a:endParaRPr lang="en-US" sz="1150"/>
          </a:p>
        </p:txBody>
      </p:sp>
      <p:sp>
        <p:nvSpPr>
          <p:cNvPr id="20" name="Text 18"/>
          <p:cNvSpPr/>
          <p:nvPr/>
        </p:nvSpPr>
        <p:spPr>
          <a:xfrm>
            <a:off x="9116568" y="3108960"/>
            <a:ext cx="320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200"/>
          </a:p>
        </p:txBody>
      </p:sp>
      <p:sp>
        <p:nvSpPr>
          <p:cNvPr id="21" name="Shape 19"/>
          <p:cNvSpPr/>
          <p:nvPr/>
        </p:nvSpPr>
        <p:spPr>
          <a:xfrm>
            <a:off x="9436608" y="2743200"/>
            <a:ext cx="1901952" cy="1371600"/>
          </a:xfrm>
          <a:prstGeom prst="roundRect">
            <a:avLst>
              <a:gd name="adj" fmla="val 666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436608" y="2944368"/>
            <a:ext cx="1901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Reconstructed</a:t>
            </a:r>
            <a:endParaRPr lang="en-US" sz="1300"/>
          </a:p>
        </p:txBody>
      </p:sp>
      <p:sp>
        <p:nvSpPr>
          <p:cNvPr id="23" name="Text 21"/>
          <p:cNvSpPr/>
          <p:nvPr/>
        </p:nvSpPr>
        <p:spPr>
          <a:xfrm>
            <a:off x="9482328" y="3401568"/>
            <a:ext cx="181051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>
                <a:solidFill>
                  <a:srgbClr val="E8EE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r′ ≈ r  (float32)</a:t>
            </a:r>
            <a:endParaRPr lang="en-US" sz="1150"/>
          </a:p>
        </p:txBody>
      </p:sp>
      <p:sp>
        <p:nvSpPr>
          <p:cNvPr id="24" name="Shape 22"/>
          <p:cNvSpPr/>
          <p:nvPr/>
        </p:nvSpPr>
        <p:spPr>
          <a:xfrm>
            <a:off x="548640" y="4663440"/>
            <a:ext cx="10789920" cy="1051560"/>
          </a:xfrm>
          <a:prstGeom prst="roundRect">
            <a:avLst>
              <a:gd name="adj" fmla="val 6957"/>
            </a:avLst>
          </a:prstGeom>
          <a:solidFill>
            <a:srgbClr val="F4F7F9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22960" y="4892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 </a:t>
            </a:r>
            <a:r>
              <a:rPr lang="en-US" sz="115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— size of one integer step in real-value units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4343400" y="4892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  </a:t>
            </a:r>
            <a:r>
              <a:rPr lang="en-US" sz="115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Zero-point — the integer that represents real value 0</a:t>
            </a:r>
            <a:endParaRPr lang="en-US" sz="1300"/>
          </a:p>
        </p:txBody>
      </p:sp>
      <p:sp>
        <p:nvSpPr>
          <p:cNvPr id="27" name="Text 25"/>
          <p:cNvSpPr/>
          <p:nvPr/>
        </p:nvSpPr>
        <p:spPr>
          <a:xfrm>
            <a:off x="7863840" y="48920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round()  </a:t>
            </a:r>
            <a:r>
              <a:rPr lang="en-US" sz="115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Nearest-integer rounding, then clipped to the int8 range</a:t>
            </a:r>
            <a:endParaRPr lang="en-US" sz="1300"/>
          </a:p>
        </p:txBody>
      </p:sp>
      <p:sp>
        <p:nvSpPr>
          <p:cNvPr id="28" name="Text 2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CORE CONCEPT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324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Scale and Zero Point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ts val="1800"/>
              </a:lnSpc>
            </a:pPr>
            <a:r>
              <a:rPr lang="en-US" sz="13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determines the step size between quantized values, while the zero point maps real value zero to an integer value in the quantized range.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(S)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822960" y="27614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= (r_max − r_min) / (q_max − q_min)</a:t>
            </a:r>
            <a:endParaRPr lang="en-US" sz="140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real-valued size of one integer step.</a:t>
            </a:r>
            <a:endParaRPr lang="en-US" sz="1150"/>
          </a:p>
        </p:txBody>
      </p:sp>
      <p:sp>
        <p:nvSpPr>
          <p:cNvPr id="9" name="Shape 7"/>
          <p:cNvSpPr/>
          <p:nvPr/>
        </p:nvSpPr>
        <p:spPr>
          <a:xfrm>
            <a:off x="6217920" y="228600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92240" y="2423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Point (Z)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6492240" y="2761488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= round(q_min − r_min / S)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6492240" y="3154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integer that maps exactly to real value 0.</a:t>
            </a:r>
            <a:endParaRPr lang="en-US" sz="1150"/>
          </a:p>
        </p:txBody>
      </p:sp>
      <p:sp>
        <p:nvSpPr>
          <p:cNvPr id="13" name="Text 11"/>
          <p:cNvSpPr/>
          <p:nvPr/>
        </p:nvSpPr>
        <p:spPr>
          <a:xfrm>
            <a:off x="548640" y="37947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A FLOAT RANGE ONTO AN INT8 RANGE</a:t>
            </a:r>
            <a:endParaRPr lang="en-US" sz="1100"/>
          </a:p>
        </p:txBody>
      </p:sp>
      <p:sp>
        <p:nvSpPr>
          <p:cNvPr id="14" name="Shape 12"/>
          <p:cNvSpPr/>
          <p:nvPr/>
        </p:nvSpPr>
        <p:spPr>
          <a:xfrm>
            <a:off x="822960" y="4206240"/>
            <a:ext cx="10241280" cy="0"/>
          </a:xfrm>
          <a:prstGeom prst="line">
            <a:avLst/>
          </a:prstGeom>
          <a:noFill/>
          <a:ln w="25400">
            <a:solidFill>
              <a:srgbClr val="132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822960" y="4096512"/>
            <a:ext cx="0" cy="219456"/>
          </a:xfrm>
          <a:prstGeom prst="line">
            <a:avLst/>
          </a:prstGeom>
          <a:noFill/>
          <a:ln w="25400">
            <a:solidFill>
              <a:srgbClr val="132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11064240" y="4096512"/>
            <a:ext cx="0" cy="219456"/>
          </a:xfrm>
          <a:prstGeom prst="line">
            <a:avLst/>
          </a:prstGeom>
          <a:noFill/>
          <a:ln w="25400">
            <a:solidFill>
              <a:srgbClr val="1324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r_min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39496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0.0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10607040" y="374904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5B6B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r_max</a:t>
            </a:r>
            <a:endParaRPr lang="en-US" sz="1100"/>
          </a:p>
        </p:txBody>
      </p:sp>
      <p:sp>
        <p:nvSpPr>
          <p:cNvPr id="20" name="Shape 18"/>
          <p:cNvSpPr/>
          <p:nvPr/>
        </p:nvSpPr>
        <p:spPr>
          <a:xfrm>
            <a:off x="5806440" y="4142232"/>
            <a:ext cx="128016" cy="128016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" y="5120640"/>
            <a:ext cx="1024128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2960" y="5010912"/>
            <a:ext cx="0" cy="219456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1064240" y="5010912"/>
            <a:ext cx="0" cy="219456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2920" y="5285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7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q_min (−128)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5212080" y="5285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>
                <a:solidFill>
                  <a:srgbClr val="087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 (zero point)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10332720" y="52852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087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q_max (127)</a:t>
            </a:r>
            <a:endParaRPr lang="en-US" sz="1100"/>
          </a:p>
        </p:txBody>
      </p:sp>
      <p:sp>
        <p:nvSpPr>
          <p:cNvPr id="27" name="Shape 25"/>
          <p:cNvSpPr/>
          <p:nvPr/>
        </p:nvSpPr>
        <p:spPr>
          <a:xfrm>
            <a:off x="5806440" y="5056632"/>
            <a:ext cx="128016" cy="128016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870448" y="4206240"/>
            <a:ext cx="0" cy="914400"/>
          </a:xfrm>
          <a:prstGeom prst="line">
            <a:avLst/>
          </a:prstGeom>
          <a:noFill/>
          <a:ln w="12700">
            <a:solidFill>
              <a:srgbClr val="B7C4C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/>
          </a:p>
        </p:txBody>
      </p:sp>
      <p:sp>
        <p:nvSpPr>
          <p:cNvPr id="30" name="Text 28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EVALUATION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324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Quantization Error Metrics</a:t>
            </a:r>
          </a:p>
          <a:p>
            <a:pPr marL="0" indent="0">
              <a:buNone/>
            </a:pP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used to judge how much accuracy is lost when moving from FP32 to a</a:t>
            </a:r>
            <a:endParaRPr lang="en-US" sz="1350"/>
          </a:p>
          <a:p>
            <a:pPr marL="0" indent="0">
              <a:lnSpc>
                <a:spcPts val="1800"/>
              </a:lnSpc>
              <a:buNone/>
            </a:pPr>
            <a:r>
              <a:rPr lang="en-US" sz="13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lower-precision representation. Quantization error metrics measure the difference between the original floating-point tensor and its dequantized approximation.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3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metrics include Mean Absolute Error (MAE), Mean Squared Error (MSE), and Maximum Absolute Error.</a:t>
            </a:r>
          </a:p>
          <a:p>
            <a:pPr marL="0" indent="0">
              <a:lnSpc>
                <a:spcPts val="1800"/>
              </a:lnSpc>
              <a:buNone/>
            </a:pP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514600" cy="128016"/>
          </a:xfrm>
          <a:prstGeom prst="roundRect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6517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749808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Squared Error</a:t>
            </a:r>
            <a:endParaRPr lang="en-US" sz="1050"/>
          </a:p>
        </p:txBody>
      </p:sp>
      <p:sp>
        <p:nvSpPr>
          <p:cNvPr id="9" name="Shape 7"/>
          <p:cNvSpPr/>
          <p:nvPr/>
        </p:nvSpPr>
        <p:spPr>
          <a:xfrm>
            <a:off x="749808" y="3703320"/>
            <a:ext cx="2112264" cy="0"/>
          </a:xfrm>
          <a:prstGeom prst="line">
            <a:avLst/>
          </a:prstGeom>
          <a:noFill/>
          <a:ln w="1270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3840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MSE = (1/n) Σ (r − r′)²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749808" y="46634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squared difference between original and dequantized values — lower is better.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3319272" y="233172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319272" y="2331720"/>
            <a:ext cx="2514600" cy="128016"/>
          </a:xfrm>
          <a:prstGeom prst="roundRect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20440" y="26517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900"/>
          </a:p>
        </p:txBody>
      </p:sp>
      <p:sp>
        <p:nvSpPr>
          <p:cNvPr id="15" name="Text 13"/>
          <p:cNvSpPr/>
          <p:nvPr/>
        </p:nvSpPr>
        <p:spPr>
          <a:xfrm>
            <a:off x="3520440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Absolute Error</a:t>
            </a:r>
            <a:endParaRPr lang="en-US" sz="1050"/>
          </a:p>
        </p:txBody>
      </p:sp>
      <p:sp>
        <p:nvSpPr>
          <p:cNvPr id="16" name="Shape 14"/>
          <p:cNvSpPr/>
          <p:nvPr/>
        </p:nvSpPr>
        <p:spPr>
          <a:xfrm>
            <a:off x="3520440" y="3703320"/>
            <a:ext cx="2112264" cy="0"/>
          </a:xfrm>
          <a:prstGeom prst="line">
            <a:avLst/>
          </a:prstGeom>
          <a:noFill/>
          <a:ln w="1270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520440" y="3840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MAE=n1​∑∣r−r′∣</a:t>
            </a:r>
            <a:endParaRPr lang="en-US" sz="1050"/>
          </a:p>
        </p:txBody>
      </p:sp>
      <p:sp>
        <p:nvSpPr>
          <p:cNvPr id="18" name="Text 16"/>
          <p:cNvSpPr/>
          <p:nvPr/>
        </p:nvSpPr>
        <p:spPr>
          <a:xfrm>
            <a:off x="3520440" y="46634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absolute difference between the original and dequantized values  lower is better.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6089904" y="233172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089904" y="2331720"/>
            <a:ext cx="2514600" cy="128016"/>
          </a:xfrm>
          <a:prstGeom prst="roundRect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291072" y="26517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Cos-Sim</a:t>
            </a:r>
            <a:endParaRPr lang="en-US" sz="1900"/>
          </a:p>
        </p:txBody>
      </p:sp>
      <p:sp>
        <p:nvSpPr>
          <p:cNvPr id="22" name="Text 20"/>
          <p:cNvSpPr/>
          <p:nvPr/>
        </p:nvSpPr>
        <p:spPr>
          <a:xfrm>
            <a:off x="6291072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</a:t>
            </a:r>
            <a:endParaRPr lang="en-US" sz="1050"/>
          </a:p>
        </p:txBody>
      </p:sp>
      <p:sp>
        <p:nvSpPr>
          <p:cNvPr id="23" name="Shape 21"/>
          <p:cNvSpPr/>
          <p:nvPr/>
        </p:nvSpPr>
        <p:spPr>
          <a:xfrm>
            <a:off x="6291072" y="3703320"/>
            <a:ext cx="2112264" cy="0"/>
          </a:xfrm>
          <a:prstGeom prst="line">
            <a:avLst/>
          </a:prstGeom>
          <a:noFill/>
          <a:ln w="1270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91072" y="3840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cos(θ) = (r · r′) / (‖r‖‖r′‖)</a:t>
            </a:r>
            <a:endParaRPr lang="en-US" sz="1050"/>
          </a:p>
        </p:txBody>
      </p:sp>
      <p:sp>
        <p:nvSpPr>
          <p:cNvPr id="25" name="Text 23"/>
          <p:cNvSpPr/>
          <p:nvPr/>
        </p:nvSpPr>
        <p:spPr>
          <a:xfrm>
            <a:off x="6291072" y="46634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Directional similarity between original and quantized tensors — closer to 1 is better.</a:t>
            </a:r>
            <a:endParaRPr lang="en-US" sz="1000"/>
          </a:p>
        </p:txBody>
      </p:sp>
      <p:sp>
        <p:nvSpPr>
          <p:cNvPr id="26" name="Shape 24"/>
          <p:cNvSpPr/>
          <p:nvPr/>
        </p:nvSpPr>
        <p:spPr>
          <a:xfrm>
            <a:off x="8860536" y="2331720"/>
            <a:ext cx="2514600" cy="3383280"/>
          </a:xfrm>
          <a:prstGeom prst="roundRect">
            <a:avLst>
              <a:gd name="adj" fmla="val 2909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8860536" y="2331720"/>
            <a:ext cx="2514600" cy="128016"/>
          </a:xfrm>
          <a:prstGeom prst="roundRect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9061704" y="26517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|E|</a:t>
            </a:r>
            <a:endParaRPr lang="en-US" sz="1900"/>
          </a:p>
        </p:txBody>
      </p:sp>
      <p:sp>
        <p:nvSpPr>
          <p:cNvPr id="29" name="Text 27"/>
          <p:cNvSpPr/>
          <p:nvPr/>
        </p:nvSpPr>
        <p:spPr>
          <a:xfrm>
            <a:off x="9061704" y="310896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Absolute Error</a:t>
            </a:r>
            <a:endParaRPr lang="en-US" sz="1050"/>
          </a:p>
        </p:txBody>
      </p:sp>
      <p:sp>
        <p:nvSpPr>
          <p:cNvPr id="30" name="Shape 28"/>
          <p:cNvSpPr/>
          <p:nvPr/>
        </p:nvSpPr>
        <p:spPr>
          <a:xfrm>
            <a:off x="9061704" y="3703320"/>
            <a:ext cx="2112264" cy="0"/>
          </a:xfrm>
          <a:prstGeom prst="line">
            <a:avLst/>
          </a:prstGeom>
          <a:noFill/>
          <a:ln w="1270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61704" y="384048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 |r − r′|</a:t>
            </a:r>
            <a:endParaRPr lang="en-US" sz="1050"/>
          </a:p>
        </p:txBody>
      </p:sp>
      <p:sp>
        <p:nvSpPr>
          <p:cNvPr id="32" name="Text 30"/>
          <p:cNvSpPr/>
          <p:nvPr/>
        </p:nvSpPr>
        <p:spPr>
          <a:xfrm>
            <a:off x="9061704" y="466344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0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single-value error — useful for spotting outlier clipping.</a:t>
            </a:r>
            <a:endParaRPr lang="en-US" sz="1000"/>
          </a:p>
        </p:txBody>
      </p:sp>
      <p:sp>
        <p:nvSpPr>
          <p:cNvPr id="33" name="Text 3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/>
          </a:p>
        </p:txBody>
      </p:sp>
      <p:sp>
        <p:nvSpPr>
          <p:cNvPr id="34" name="Text 32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DESIGN CHOICE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324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Symmetric vs. Asymmetric Quantization</a:t>
            </a:r>
            <a:endParaRPr lang="en-US" sz="320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103120"/>
            <a:ext cx="502920" cy="50292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463040" y="21214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Symmetric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873252" y="3072384"/>
            <a:ext cx="82296" cy="82296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97280" y="28072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868680" y="3456432"/>
            <a:ext cx="82296" cy="82296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97280" y="3310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/>
          </a:p>
        </p:txBody>
      </p:sp>
      <p:sp>
        <p:nvSpPr>
          <p:cNvPr id="12" name="Shape 10"/>
          <p:cNvSpPr/>
          <p:nvPr/>
        </p:nvSpPr>
        <p:spPr>
          <a:xfrm>
            <a:off x="868680" y="3845052"/>
            <a:ext cx="82296" cy="82296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97280" y="38130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873252" y="4279392"/>
            <a:ext cx="82296" cy="82296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97280" y="356616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 range centered around zero, typically [-127, 127].</a:t>
            </a:r>
          </a:p>
          <a:p>
            <a:pPr marL="0" indent="0">
              <a:lnSpc>
                <a:spcPts val="1500"/>
              </a:lnSpc>
              <a:buNone/>
            </a:pPr>
            <a:endParaRPr lang="en-US" sz="1250">
              <a:solidFill>
                <a:srgbClr val="E8EE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25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point is fixed at 0.</a:t>
            </a:r>
          </a:p>
          <a:p>
            <a:pPr marL="0" indent="0">
              <a:lnSpc>
                <a:spcPts val="1500"/>
              </a:lnSpc>
              <a:buNone/>
            </a:pPr>
            <a:endParaRPr lang="en-US" sz="1250">
              <a:solidFill>
                <a:srgbClr val="E8EE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25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is calculated using the maximum absolute tensor value.</a:t>
            </a:r>
          </a:p>
          <a:p>
            <a:pPr marL="0" indent="0">
              <a:lnSpc>
                <a:spcPts val="1500"/>
              </a:lnSpc>
              <a:buNone/>
            </a:pPr>
            <a:endParaRPr lang="en-US" sz="1250">
              <a:solidFill>
                <a:srgbClr val="E8EE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25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for model weights because it is simpler and hardware-friendly.</a:t>
            </a:r>
            <a:endParaRPr lang="en-US" sz="1250"/>
          </a:p>
        </p:txBody>
      </p:sp>
      <p:sp>
        <p:nvSpPr>
          <p:cNvPr id="16" name="Shape 14"/>
          <p:cNvSpPr/>
          <p:nvPr/>
        </p:nvSpPr>
        <p:spPr>
          <a:xfrm>
            <a:off x="914400" y="5120640"/>
            <a:ext cx="4389120" cy="0"/>
          </a:xfrm>
          <a:prstGeom prst="line">
            <a:avLst/>
          </a:prstGeom>
          <a:noFill/>
          <a:ln w="254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063240" y="50657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22960" y="5212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−127</a:t>
            </a:r>
            <a:endParaRPr lang="en-US" sz="1050"/>
          </a:p>
        </p:txBody>
      </p:sp>
      <p:sp>
        <p:nvSpPr>
          <p:cNvPr id="19" name="Text 17"/>
          <p:cNvSpPr/>
          <p:nvPr/>
        </p:nvSpPr>
        <p:spPr>
          <a:xfrm>
            <a:off x="2651760" y="5212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50"/>
          </a:p>
        </p:txBody>
      </p:sp>
      <p:sp>
        <p:nvSpPr>
          <p:cNvPr id="20" name="Text 18"/>
          <p:cNvSpPr/>
          <p:nvPr/>
        </p:nvSpPr>
        <p:spPr>
          <a:xfrm>
            <a:off x="4480560" y="5212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1050"/>
          </a:p>
        </p:txBody>
      </p:sp>
      <p:sp>
        <p:nvSpPr>
          <p:cNvPr id="21" name="Shape 19"/>
          <p:cNvSpPr/>
          <p:nvPr/>
        </p:nvSpPr>
        <p:spPr>
          <a:xfrm>
            <a:off x="6309360" y="1828800"/>
            <a:ext cx="5120640" cy="3977640"/>
          </a:xfrm>
          <a:prstGeom prst="roundRect">
            <a:avLst>
              <a:gd name="adj" fmla="val 1839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583680" y="2103120"/>
            <a:ext cx="502920" cy="50292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8368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2000"/>
          </a:p>
        </p:txBody>
      </p:sp>
      <p:sp>
        <p:nvSpPr>
          <p:cNvPr id="24" name="Text 22"/>
          <p:cNvSpPr/>
          <p:nvPr/>
        </p:nvSpPr>
        <p:spPr>
          <a:xfrm>
            <a:off x="7223760" y="212140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Asymmetric</a:t>
            </a:r>
            <a:endParaRPr lang="en-US" sz="2000"/>
          </a:p>
        </p:txBody>
      </p:sp>
      <p:sp>
        <p:nvSpPr>
          <p:cNvPr id="25" name="Shape 23"/>
          <p:cNvSpPr/>
          <p:nvPr/>
        </p:nvSpPr>
        <p:spPr>
          <a:xfrm>
            <a:off x="6629400" y="2953512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35140" y="352440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full INT8 range, typically [-128, 127].</a:t>
            </a:r>
          </a:p>
          <a:p>
            <a:pPr marL="0" indent="0">
              <a:lnSpc>
                <a:spcPts val="1500"/>
              </a:lnSpc>
              <a:buNone/>
            </a:pPr>
            <a:endParaRPr lang="en-US" sz="1250">
              <a:solidFill>
                <a:srgbClr val="E8EE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25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point is calculated and may be non-zero.</a:t>
            </a:r>
          </a:p>
          <a:p>
            <a:pPr marL="0" indent="0">
              <a:lnSpc>
                <a:spcPts val="1500"/>
              </a:lnSpc>
              <a:buNone/>
            </a:pPr>
            <a:endParaRPr lang="en-US" sz="1250">
              <a:solidFill>
                <a:srgbClr val="E8EE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25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is calculated using the tensor’s minimum and maximum values.</a:t>
            </a:r>
          </a:p>
          <a:p>
            <a:pPr marL="0" indent="0">
              <a:lnSpc>
                <a:spcPts val="1500"/>
              </a:lnSpc>
              <a:buNone/>
            </a:pPr>
            <a:endParaRPr lang="en-US" sz="1250">
              <a:solidFill>
                <a:srgbClr val="E8EEF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ts val="1500"/>
              </a:lnSpc>
              <a:buNone/>
            </a:pPr>
            <a:r>
              <a:rPr lang="en-US" sz="1250">
                <a:solidFill>
                  <a:srgbClr val="E8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Commonly used for activations, especially when values are mostly non-negative.</a:t>
            </a:r>
            <a:endParaRPr lang="en-US" sz="1250"/>
          </a:p>
        </p:txBody>
      </p:sp>
      <p:sp>
        <p:nvSpPr>
          <p:cNvPr id="27" name="Shape 25"/>
          <p:cNvSpPr/>
          <p:nvPr/>
        </p:nvSpPr>
        <p:spPr>
          <a:xfrm>
            <a:off x="6629400" y="3363957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58000" y="33101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/>
          </a:p>
        </p:txBody>
      </p:sp>
      <p:sp>
        <p:nvSpPr>
          <p:cNvPr id="29" name="Shape 27"/>
          <p:cNvSpPr/>
          <p:nvPr/>
        </p:nvSpPr>
        <p:spPr>
          <a:xfrm>
            <a:off x="6629400" y="3752577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0" y="381304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/>
          </a:p>
        </p:txBody>
      </p:sp>
      <p:sp>
        <p:nvSpPr>
          <p:cNvPr id="31" name="Shape 29"/>
          <p:cNvSpPr/>
          <p:nvPr/>
        </p:nvSpPr>
        <p:spPr>
          <a:xfrm>
            <a:off x="6629400" y="4324163"/>
            <a:ext cx="82296" cy="82296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858000" y="431596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endParaRPr lang="en-US" sz="1250"/>
          </a:p>
        </p:txBody>
      </p:sp>
      <p:sp>
        <p:nvSpPr>
          <p:cNvPr id="33" name="Shape 31"/>
          <p:cNvSpPr/>
          <p:nvPr/>
        </p:nvSpPr>
        <p:spPr>
          <a:xfrm>
            <a:off x="6675120" y="5120640"/>
            <a:ext cx="4389120" cy="0"/>
          </a:xfrm>
          <a:prstGeom prst="line">
            <a:avLst/>
          </a:prstGeom>
          <a:noFill/>
          <a:ln w="25400">
            <a:solidFill>
              <a:srgbClr val="FF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8823960" y="5065776"/>
            <a:ext cx="109728" cy="1097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0" y="5212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−128</a:t>
            </a:r>
            <a:endParaRPr lang="en-US" sz="1050"/>
          </a:p>
        </p:txBody>
      </p:sp>
      <p:sp>
        <p:nvSpPr>
          <p:cNvPr id="36" name="Text 34"/>
          <p:cNvSpPr/>
          <p:nvPr/>
        </p:nvSpPr>
        <p:spPr>
          <a:xfrm>
            <a:off x="8412480" y="5212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</a:t>
            </a:r>
            <a:endParaRPr lang="en-US" sz="1050"/>
          </a:p>
        </p:txBody>
      </p:sp>
      <p:sp>
        <p:nvSpPr>
          <p:cNvPr id="37" name="Text 35"/>
          <p:cNvSpPr/>
          <p:nvPr/>
        </p:nvSpPr>
        <p:spPr>
          <a:xfrm>
            <a:off x="10241280" y="521208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50">
                <a:solidFill>
                  <a:srgbClr val="C9D6E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127</a:t>
            </a:r>
            <a:endParaRPr lang="en-US" sz="1050"/>
          </a:p>
        </p:txBody>
      </p:sp>
      <p:sp>
        <p:nvSpPr>
          <p:cNvPr id="38" name="Text 36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/>
          </a:p>
        </p:txBody>
      </p:sp>
      <p:sp>
        <p:nvSpPr>
          <p:cNvPr id="39" name="Text 37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DESIGN CHOICE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324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Per-Tensor vs. Per-Channel Quantization</a:t>
            </a:r>
            <a:endParaRPr lang="en-US" sz="3200" b="1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(scale, zero-point) pairs are used to quantize a weight tensor.</a:t>
            </a:r>
            <a:endParaRPr lang="en-US" sz="1350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PER-TENSOR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1005840" y="214884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572768" y="214884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139696" y="214884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06624" y="214884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005840" y="265176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572768" y="265176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139696" y="265176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06624" y="265176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05840" y="315468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572768" y="315468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139696" y="315468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06624" y="315468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1005840" y="365760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1572768" y="365760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139696" y="365760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06624" y="365760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68680" y="2057400"/>
            <a:ext cx="2359152" cy="2103120"/>
          </a:xfrm>
          <a:prstGeom prst="roundRect">
            <a:avLst>
              <a:gd name="adj" fmla="val 2609"/>
            </a:avLst>
          </a:prstGeom>
          <a:ln w="25400">
            <a:solidFill>
              <a:srgbClr val="087E8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5840" y="4389120"/>
            <a:ext cx="2926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scale, 1 zero-point</a:t>
            </a:r>
            <a:endParaRPr lang="en-US" sz="1150"/>
          </a:p>
          <a:p>
            <a:pPr marL="0" indent="0">
              <a:lnSpc>
                <a:spcPts val="1400"/>
              </a:lnSpc>
              <a:buNone/>
            </a:pPr>
            <a:r>
              <a:rPr lang="en-US" sz="11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entire tensor</a:t>
            </a:r>
            <a:endParaRPr lang="en-US" sz="1150"/>
          </a:p>
        </p:txBody>
      </p:sp>
      <p:sp>
        <p:nvSpPr>
          <p:cNvPr id="24" name="Text 22"/>
          <p:cNvSpPr/>
          <p:nvPr/>
        </p:nvSpPr>
        <p:spPr>
          <a:xfrm>
            <a:off x="45720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</a:t>
            </a:r>
            <a:endParaRPr lang="en-US" sz="1200"/>
          </a:p>
        </p:txBody>
      </p:sp>
      <p:sp>
        <p:nvSpPr>
          <p:cNvPr id="25" name="Shape 23"/>
          <p:cNvSpPr/>
          <p:nvPr/>
        </p:nvSpPr>
        <p:spPr>
          <a:xfrm>
            <a:off x="4572000" y="2148840"/>
            <a:ext cx="512064" cy="448056"/>
          </a:xfrm>
          <a:prstGeom prst="rect">
            <a:avLst/>
          </a:prstGeom>
          <a:solidFill>
            <a:srgbClr val="FF6B5E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5138928" y="2148840"/>
            <a:ext cx="512064" cy="448056"/>
          </a:xfrm>
          <a:prstGeom prst="rect">
            <a:avLst/>
          </a:prstGeom>
          <a:solidFill>
            <a:srgbClr val="FF6B5E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705856" y="2148840"/>
            <a:ext cx="512064" cy="448056"/>
          </a:xfrm>
          <a:prstGeom prst="rect">
            <a:avLst/>
          </a:prstGeom>
          <a:solidFill>
            <a:srgbClr val="FF6B5E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72784" y="2148840"/>
            <a:ext cx="512064" cy="448056"/>
          </a:xfrm>
          <a:prstGeom prst="rect">
            <a:avLst/>
          </a:prstGeom>
          <a:solidFill>
            <a:srgbClr val="FF6B5E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572000" y="265176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138928" y="265176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5705856" y="265176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272784" y="2651760"/>
            <a:ext cx="512064" cy="448056"/>
          </a:xfrm>
          <a:prstGeom prst="rect">
            <a:avLst/>
          </a:prstGeom>
          <a:solidFill>
            <a:srgbClr val="087E8B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572000" y="3154680"/>
            <a:ext cx="512064" cy="448056"/>
          </a:xfrm>
          <a:prstGeom prst="rect">
            <a:avLst/>
          </a:prstGeom>
          <a:solidFill>
            <a:srgbClr val="9B59B6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138928" y="3154680"/>
            <a:ext cx="512064" cy="448056"/>
          </a:xfrm>
          <a:prstGeom prst="rect">
            <a:avLst/>
          </a:prstGeom>
          <a:solidFill>
            <a:srgbClr val="9B59B6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5705856" y="3154680"/>
            <a:ext cx="512064" cy="448056"/>
          </a:xfrm>
          <a:prstGeom prst="rect">
            <a:avLst/>
          </a:prstGeom>
          <a:solidFill>
            <a:srgbClr val="9B59B6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272784" y="3154680"/>
            <a:ext cx="512064" cy="448056"/>
          </a:xfrm>
          <a:prstGeom prst="rect">
            <a:avLst/>
          </a:prstGeom>
          <a:solidFill>
            <a:srgbClr val="9B59B6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572000" y="3657600"/>
            <a:ext cx="512064" cy="448056"/>
          </a:xfrm>
          <a:prstGeom prst="rect">
            <a:avLst/>
          </a:prstGeom>
          <a:solidFill>
            <a:srgbClr val="F4B400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138928" y="3657600"/>
            <a:ext cx="512064" cy="448056"/>
          </a:xfrm>
          <a:prstGeom prst="rect">
            <a:avLst/>
          </a:prstGeom>
          <a:solidFill>
            <a:srgbClr val="F4B400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5705856" y="3657600"/>
            <a:ext cx="512064" cy="448056"/>
          </a:xfrm>
          <a:prstGeom prst="rect">
            <a:avLst/>
          </a:prstGeom>
          <a:solidFill>
            <a:srgbClr val="F4B400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272784" y="3657600"/>
            <a:ext cx="512064" cy="448056"/>
          </a:xfrm>
          <a:prstGeom prst="rect">
            <a:avLst/>
          </a:prstGeom>
          <a:solidFill>
            <a:srgbClr val="F4B400">
              <a:alpha val="85000"/>
            </a:srgbClr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4434840" y="2130552"/>
            <a:ext cx="2359152" cy="484632"/>
          </a:xfrm>
          <a:prstGeom prst="roundRect">
            <a:avLst>
              <a:gd name="adj" fmla="val 7547"/>
            </a:avLst>
          </a:prstGeom>
          <a:ln w="22225">
            <a:solidFill>
              <a:srgbClr val="FF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885432" y="2148840"/>
            <a:ext cx="457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S0</a:t>
            </a:r>
            <a:endParaRPr lang="en-US" sz="1000"/>
          </a:p>
        </p:txBody>
      </p:sp>
      <p:sp>
        <p:nvSpPr>
          <p:cNvPr id="43" name="Shape 41"/>
          <p:cNvSpPr/>
          <p:nvPr/>
        </p:nvSpPr>
        <p:spPr>
          <a:xfrm>
            <a:off x="4434840" y="2633472"/>
            <a:ext cx="2359152" cy="484632"/>
          </a:xfrm>
          <a:prstGeom prst="roundRect">
            <a:avLst>
              <a:gd name="adj" fmla="val 7547"/>
            </a:avLst>
          </a:prstGeom>
          <a:ln w="22225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885432" y="2651760"/>
            <a:ext cx="457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87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</a:t>
            </a:r>
            <a:endParaRPr lang="en-US" sz="1000"/>
          </a:p>
        </p:txBody>
      </p:sp>
      <p:sp>
        <p:nvSpPr>
          <p:cNvPr id="45" name="Shape 43"/>
          <p:cNvSpPr/>
          <p:nvPr/>
        </p:nvSpPr>
        <p:spPr>
          <a:xfrm>
            <a:off x="4434840" y="3136392"/>
            <a:ext cx="2359152" cy="484632"/>
          </a:xfrm>
          <a:prstGeom prst="roundRect">
            <a:avLst>
              <a:gd name="adj" fmla="val 7547"/>
            </a:avLst>
          </a:prstGeom>
          <a:ln w="22225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85432" y="3154680"/>
            <a:ext cx="457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B59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</a:t>
            </a:r>
            <a:endParaRPr lang="en-US" sz="1000"/>
          </a:p>
        </p:txBody>
      </p:sp>
      <p:sp>
        <p:nvSpPr>
          <p:cNvPr id="47" name="Shape 45"/>
          <p:cNvSpPr/>
          <p:nvPr/>
        </p:nvSpPr>
        <p:spPr>
          <a:xfrm>
            <a:off x="4434840" y="3639312"/>
            <a:ext cx="2359152" cy="484632"/>
          </a:xfrm>
          <a:prstGeom prst="roundRect">
            <a:avLst>
              <a:gd name="adj" fmla="val 7547"/>
            </a:avLst>
          </a:prstGeom>
          <a:ln w="22225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6885432" y="3657600"/>
            <a:ext cx="457200" cy="4480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4B4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S3</a:t>
            </a:r>
            <a:endParaRPr lang="en-US" sz="1000"/>
          </a:p>
        </p:txBody>
      </p:sp>
      <p:sp>
        <p:nvSpPr>
          <p:cNvPr id="49" name="Text 47"/>
          <p:cNvSpPr/>
          <p:nvPr/>
        </p:nvSpPr>
        <p:spPr>
          <a:xfrm>
            <a:off x="4572000" y="43891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scale / zero-point</a:t>
            </a:r>
            <a:endParaRPr lang="en-US" sz="1150"/>
          </a:p>
          <a:p>
            <a:pPr marL="0" indent="0">
              <a:lnSpc>
                <a:spcPts val="1400"/>
              </a:lnSpc>
              <a:buNone/>
            </a:pPr>
            <a:r>
              <a:rPr lang="en-US" sz="11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output channel</a:t>
            </a:r>
            <a:endParaRPr lang="en-US" sz="1150"/>
          </a:p>
        </p:txBody>
      </p:sp>
      <p:sp>
        <p:nvSpPr>
          <p:cNvPr id="50" name="Shape 48"/>
          <p:cNvSpPr/>
          <p:nvPr/>
        </p:nvSpPr>
        <p:spPr>
          <a:xfrm>
            <a:off x="8229600" y="205740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458200" y="228600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Granularity</a:t>
            </a:r>
            <a:endParaRPr lang="en-US" sz="1150"/>
          </a:p>
        </p:txBody>
      </p:sp>
      <p:sp>
        <p:nvSpPr>
          <p:cNvPr id="52" name="Text 50"/>
          <p:cNvSpPr/>
          <p:nvPr/>
        </p:nvSpPr>
        <p:spPr>
          <a:xfrm>
            <a:off x="8458200" y="254203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Per-tensor: </a:t>
            </a:r>
            <a:r>
              <a:rPr lang="en-US" sz="105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tensor</a:t>
            </a:r>
            <a:endParaRPr lang="en-US" sz="1050"/>
          </a:p>
        </p:txBody>
      </p:sp>
      <p:sp>
        <p:nvSpPr>
          <p:cNvPr id="53" name="Text 51"/>
          <p:cNvSpPr/>
          <p:nvPr/>
        </p:nvSpPr>
        <p:spPr>
          <a:xfrm>
            <a:off x="8458200" y="281635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Per-channel: </a:t>
            </a:r>
            <a:r>
              <a:rPr lang="en-US" sz="105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output channel</a:t>
            </a:r>
            <a:endParaRPr lang="en-US" sz="1050"/>
          </a:p>
        </p:txBody>
      </p:sp>
      <p:sp>
        <p:nvSpPr>
          <p:cNvPr id="54" name="Text 52"/>
          <p:cNvSpPr/>
          <p:nvPr/>
        </p:nvSpPr>
        <p:spPr>
          <a:xfrm>
            <a:off x="8458200" y="321868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50"/>
          </a:p>
        </p:txBody>
      </p:sp>
      <p:sp>
        <p:nvSpPr>
          <p:cNvPr id="55" name="Text 53"/>
          <p:cNvSpPr/>
          <p:nvPr/>
        </p:nvSpPr>
        <p:spPr>
          <a:xfrm>
            <a:off x="8458200" y="3474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Per-tensor: </a:t>
            </a:r>
            <a:r>
              <a:rPr lang="en-US" sz="105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</a:t>
            </a:r>
            <a:endParaRPr lang="en-US" sz="1050"/>
          </a:p>
        </p:txBody>
      </p:sp>
      <p:sp>
        <p:nvSpPr>
          <p:cNvPr id="56" name="Text 54"/>
          <p:cNvSpPr/>
          <p:nvPr/>
        </p:nvSpPr>
        <p:spPr>
          <a:xfrm>
            <a:off x="8458200" y="37490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Per-channel: </a:t>
            </a:r>
            <a:r>
              <a:rPr lang="en-US" sz="105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Higher, esp. for conv weights</a:t>
            </a:r>
            <a:endParaRPr lang="en-US" sz="1050"/>
          </a:p>
        </p:txBody>
      </p:sp>
      <p:sp>
        <p:nvSpPr>
          <p:cNvPr id="57" name="Text 55"/>
          <p:cNvSpPr/>
          <p:nvPr/>
        </p:nvSpPr>
        <p:spPr>
          <a:xfrm>
            <a:off x="8458200" y="41513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50"/>
          </a:p>
        </p:txBody>
      </p:sp>
      <p:sp>
        <p:nvSpPr>
          <p:cNvPr id="58" name="Text 56"/>
          <p:cNvSpPr/>
          <p:nvPr/>
        </p:nvSpPr>
        <p:spPr>
          <a:xfrm>
            <a:off x="8458200" y="440740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Per-tensor: </a:t>
            </a:r>
            <a:r>
              <a:rPr lang="en-US" sz="105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scale/ZP pair</a:t>
            </a:r>
            <a:endParaRPr lang="en-US" sz="1050"/>
          </a:p>
        </p:txBody>
      </p:sp>
      <p:sp>
        <p:nvSpPr>
          <p:cNvPr id="59" name="Text 57"/>
          <p:cNvSpPr/>
          <p:nvPr/>
        </p:nvSpPr>
        <p:spPr>
          <a:xfrm>
            <a:off x="8458200" y="46817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Per-channel: </a:t>
            </a:r>
            <a:r>
              <a:rPr lang="en-US" sz="105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scale/ZP pairs</a:t>
            </a:r>
            <a:endParaRPr lang="en-US" sz="1050"/>
          </a:p>
        </p:txBody>
      </p:sp>
      <p:sp>
        <p:nvSpPr>
          <p:cNvPr id="60" name="Text 58"/>
          <p:cNvSpPr/>
          <p:nvPr/>
        </p:nvSpPr>
        <p:spPr>
          <a:xfrm>
            <a:off x="8458200" y="508406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use</a:t>
            </a:r>
            <a:endParaRPr lang="en-US" sz="1150"/>
          </a:p>
        </p:txBody>
      </p:sp>
      <p:sp>
        <p:nvSpPr>
          <p:cNvPr id="61" name="Text 59"/>
          <p:cNvSpPr/>
          <p:nvPr/>
        </p:nvSpPr>
        <p:spPr>
          <a:xfrm>
            <a:off x="8458200" y="53400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Per-tensor: </a:t>
            </a:r>
            <a:r>
              <a:rPr lang="en-US" sz="105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/ legacy ops</a:t>
            </a:r>
            <a:endParaRPr lang="en-US" sz="1050"/>
          </a:p>
        </p:txBody>
      </p:sp>
      <p:sp>
        <p:nvSpPr>
          <p:cNvPr id="62" name="Text 60"/>
          <p:cNvSpPr/>
          <p:nvPr/>
        </p:nvSpPr>
        <p:spPr>
          <a:xfrm>
            <a:off x="8458200" y="561441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Per-channel: </a:t>
            </a:r>
            <a:r>
              <a:rPr lang="en-US" sz="1050">
                <a:solidFill>
                  <a:srgbClr val="F4F7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CNN weight quant</a:t>
            </a:r>
            <a:endParaRPr lang="en-US" sz="1050"/>
          </a:p>
        </p:txBody>
      </p:sp>
      <p:sp>
        <p:nvSpPr>
          <p:cNvPr id="63" name="Text 61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/>
          </a:p>
        </p:txBody>
      </p:sp>
      <p:sp>
        <p:nvSpPr>
          <p:cNvPr id="64" name="Text 62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DEPLOYMENT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PyTorch → INT8 TFLite Conversion Pipeline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/>
          </a:p>
        </p:txBody>
      </p:sp>
      <p:sp>
        <p:nvSpPr>
          <p:cNvPr id="6" name="Text 4"/>
          <p:cNvSpPr/>
          <p:nvPr/>
        </p:nvSpPr>
        <p:spPr>
          <a:xfrm>
            <a:off x="621792" y="26700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20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FP32 Model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621792" y="32918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model in .pt / .pth</a:t>
            </a:r>
            <a:endParaRPr lang="en-US" sz="850"/>
          </a:p>
        </p:txBody>
      </p:sp>
      <p:sp>
        <p:nvSpPr>
          <p:cNvPr id="8" name="Text 6"/>
          <p:cNvSpPr/>
          <p:nvPr/>
        </p:nvSpPr>
        <p:spPr>
          <a:xfrm>
            <a:off x="2148840" y="28575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/>
          </a:p>
        </p:txBody>
      </p:sp>
      <p:sp>
        <p:nvSpPr>
          <p:cNvPr id="9" name="Shape 7"/>
          <p:cNvSpPr/>
          <p:nvPr/>
        </p:nvSpPr>
        <p:spPr>
          <a:xfrm>
            <a:off x="2276856" y="237744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368296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2350008" y="26700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to</a:t>
            </a:r>
            <a:endParaRPr lang="en-US" sz="120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</a:t>
            </a:r>
            <a:endParaRPr lang="en-US" sz="1200"/>
          </a:p>
        </p:txBody>
      </p:sp>
      <p:sp>
        <p:nvSpPr>
          <p:cNvPr id="12" name="Text 10"/>
          <p:cNvSpPr/>
          <p:nvPr/>
        </p:nvSpPr>
        <p:spPr>
          <a:xfrm>
            <a:off x="2350008" y="32918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torch.onnx.export()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3877056" y="28575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/>
          </a:p>
        </p:txBody>
      </p:sp>
      <p:sp>
        <p:nvSpPr>
          <p:cNvPr id="14" name="Shape 12"/>
          <p:cNvSpPr/>
          <p:nvPr/>
        </p:nvSpPr>
        <p:spPr>
          <a:xfrm>
            <a:off x="4005072" y="237744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96512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4078224" y="26700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→ TF</a:t>
            </a:r>
            <a:endParaRPr lang="en-US" sz="120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SavedModel</a:t>
            </a:r>
            <a:endParaRPr lang="en-US" sz="1200"/>
          </a:p>
        </p:txBody>
      </p:sp>
      <p:sp>
        <p:nvSpPr>
          <p:cNvPr id="17" name="Text 15"/>
          <p:cNvSpPr/>
          <p:nvPr/>
        </p:nvSpPr>
        <p:spPr>
          <a:xfrm>
            <a:off x="4078224" y="32918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onnx-tf / onnx2tf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5605272" y="28575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/>
          </a:p>
        </p:txBody>
      </p:sp>
      <p:sp>
        <p:nvSpPr>
          <p:cNvPr id="19" name="Shape 17"/>
          <p:cNvSpPr/>
          <p:nvPr/>
        </p:nvSpPr>
        <p:spPr>
          <a:xfrm>
            <a:off x="5733288" y="237744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824728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/>
          </a:p>
        </p:txBody>
      </p:sp>
      <p:sp>
        <p:nvSpPr>
          <p:cNvPr id="21" name="Text 19"/>
          <p:cNvSpPr/>
          <p:nvPr/>
        </p:nvSpPr>
        <p:spPr>
          <a:xfrm>
            <a:off x="5806440" y="26700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</a:t>
            </a:r>
            <a:endParaRPr lang="en-US" sz="120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Converter</a:t>
            </a:r>
            <a:endParaRPr lang="en-US" sz="1200"/>
          </a:p>
        </p:txBody>
      </p:sp>
      <p:sp>
        <p:nvSpPr>
          <p:cNvPr id="22" name="Text 20"/>
          <p:cNvSpPr/>
          <p:nvPr/>
        </p:nvSpPr>
        <p:spPr>
          <a:xfrm>
            <a:off x="5806440" y="32918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 +</a:t>
            </a:r>
            <a:endParaRPr lang="en-US" sz="850"/>
          </a:p>
          <a:p>
            <a:pPr marL="0" indent="0" algn="ctr">
              <a:lnSpc>
                <a:spcPts val="1000"/>
              </a:lnSpc>
              <a:buNone/>
            </a:pPr>
            <a:r>
              <a:rPr lang="en-US" sz="85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dataset</a:t>
            </a: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7333488" y="28575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/>
          </a:p>
        </p:txBody>
      </p:sp>
      <p:sp>
        <p:nvSpPr>
          <p:cNvPr id="24" name="Shape 22"/>
          <p:cNvSpPr/>
          <p:nvPr/>
        </p:nvSpPr>
        <p:spPr>
          <a:xfrm>
            <a:off x="7461504" y="237744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552944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7534656" y="26700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20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Model</a:t>
            </a:r>
            <a:endParaRPr lang="en-US" sz="1200"/>
          </a:p>
        </p:txBody>
      </p:sp>
      <p:sp>
        <p:nvSpPr>
          <p:cNvPr id="27" name="Text 25"/>
          <p:cNvSpPr/>
          <p:nvPr/>
        </p:nvSpPr>
        <p:spPr>
          <a:xfrm>
            <a:off x="7534656" y="32918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.tflite, fully quantized</a:t>
            </a:r>
            <a:endParaRPr lang="en-US" sz="850"/>
          </a:p>
        </p:txBody>
      </p:sp>
      <p:sp>
        <p:nvSpPr>
          <p:cNvPr id="28" name="Text 26"/>
          <p:cNvSpPr/>
          <p:nvPr/>
        </p:nvSpPr>
        <p:spPr>
          <a:xfrm>
            <a:off x="9061704" y="285750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/>
          </a:p>
        </p:txBody>
      </p:sp>
      <p:sp>
        <p:nvSpPr>
          <p:cNvPr id="29" name="Shape 27"/>
          <p:cNvSpPr/>
          <p:nvPr/>
        </p:nvSpPr>
        <p:spPr>
          <a:xfrm>
            <a:off x="9189720" y="2377440"/>
            <a:ext cx="1600200" cy="1417320"/>
          </a:xfrm>
          <a:prstGeom prst="roundRect">
            <a:avLst>
              <a:gd name="adj" fmla="val 5806"/>
            </a:avLst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9281160" y="245059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9262872" y="2670048"/>
            <a:ext cx="1453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on</a:t>
            </a:r>
            <a:endParaRPr lang="en-US" sz="120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Device</a:t>
            </a:r>
            <a:endParaRPr lang="en-US" sz="1200"/>
          </a:p>
        </p:txBody>
      </p:sp>
      <p:sp>
        <p:nvSpPr>
          <p:cNvPr id="32" name="Text 30"/>
          <p:cNvSpPr/>
          <p:nvPr/>
        </p:nvSpPr>
        <p:spPr>
          <a:xfrm>
            <a:off x="9262872" y="3291840"/>
            <a:ext cx="1453896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850">
                <a:solidFill>
                  <a:srgbClr val="DCE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Raspberry Pi</a:t>
            </a:r>
            <a:endParaRPr lang="en-US" sz="850"/>
          </a:p>
        </p:txBody>
      </p:sp>
      <p:sp>
        <p:nvSpPr>
          <p:cNvPr id="33" name="Shape 31"/>
          <p:cNvSpPr/>
          <p:nvPr/>
        </p:nvSpPr>
        <p:spPr>
          <a:xfrm>
            <a:off x="548640" y="4206240"/>
            <a:ext cx="10241280" cy="1463040"/>
          </a:xfrm>
          <a:prstGeom prst="roundRect">
            <a:avLst>
              <a:gd name="adj" fmla="val 5000"/>
            </a:avLst>
          </a:prstGeom>
          <a:solidFill>
            <a:srgbClr val="F4F7F9"/>
          </a:solidFill>
          <a:ln w="12700">
            <a:solidFill>
              <a:srgbClr val="D7E0E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22960" y="4389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NOTE</a:t>
            </a:r>
            <a:endParaRPr lang="en-US" sz="1100"/>
          </a:p>
        </p:txBody>
      </p:sp>
      <p:sp>
        <p:nvSpPr>
          <p:cNvPr id="35" name="Text 33"/>
          <p:cNvSpPr/>
          <p:nvPr/>
        </p:nvSpPr>
        <p:spPr>
          <a:xfrm>
            <a:off x="822960" y="4681728"/>
            <a:ext cx="9692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TFLite Converter needs a small representative dataset (a few hundred sample inputs) to calibrate activation ranges during post-training quantization — without it, the converter can only quantize weights, not activations, and the model stays float-in/float-out.</a:t>
            </a:r>
            <a:endParaRPr lang="en-US" sz="1200"/>
          </a:p>
        </p:txBody>
      </p:sp>
      <p:sp>
        <p:nvSpPr>
          <p:cNvPr id="36" name="Text 34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/>
          </a:p>
        </p:txBody>
      </p:sp>
      <p:sp>
        <p:nvSpPr>
          <p:cNvPr id="37" name="Text 35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TECHNIQUE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32436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Quantization-Aware Training (QAT)</a:t>
            </a:r>
            <a:endParaRPr lang="en-US" sz="320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Fake-quantization nodes are inserted into the model graph during training so the</a:t>
            </a:r>
            <a:endParaRPr lang="en-US" sz="1350"/>
          </a:p>
          <a:p>
            <a:pPr marL="0" indent="0">
              <a:lnSpc>
                <a:spcPts val="1800"/>
              </a:lnSpc>
              <a:buNone/>
            </a:pPr>
            <a:r>
              <a:rPr lang="en-US" sz="13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learns weights that are robust to quantization error.</a:t>
            </a:r>
            <a:endParaRPr lang="en-US" sz="1350"/>
          </a:p>
        </p:txBody>
      </p:sp>
      <p:sp>
        <p:nvSpPr>
          <p:cNvPr id="5" name="Shape 3"/>
          <p:cNvSpPr/>
          <p:nvPr/>
        </p:nvSpPr>
        <p:spPr>
          <a:xfrm>
            <a:off x="1007212" y="24688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07212" y="246888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50"/>
          </a:p>
        </p:txBody>
      </p:sp>
      <p:sp>
        <p:nvSpPr>
          <p:cNvPr id="7" name="Text 5"/>
          <p:cNvSpPr/>
          <p:nvPr/>
        </p:nvSpPr>
        <p:spPr>
          <a:xfrm>
            <a:off x="2241652" y="2697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/>
          </a:p>
        </p:txBody>
      </p:sp>
      <p:sp>
        <p:nvSpPr>
          <p:cNvPr id="8" name="Shape 6"/>
          <p:cNvSpPr/>
          <p:nvPr/>
        </p:nvSpPr>
        <p:spPr>
          <a:xfrm>
            <a:off x="2497684" y="2606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497684" y="2606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FakeQuant</a:t>
            </a:r>
            <a:endParaRPr lang="en-US" sz="1050"/>
          </a:p>
        </p:txBody>
      </p:sp>
      <p:sp>
        <p:nvSpPr>
          <p:cNvPr id="10" name="Text 8"/>
          <p:cNvSpPr/>
          <p:nvPr/>
        </p:nvSpPr>
        <p:spPr>
          <a:xfrm>
            <a:off x="3732124" y="2697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3988156" y="24688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988156" y="246888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</a:t>
            </a:r>
            <a:endParaRPr lang="en-US" sz="1250"/>
          </a:p>
        </p:txBody>
      </p:sp>
      <p:sp>
        <p:nvSpPr>
          <p:cNvPr id="13" name="Text 11"/>
          <p:cNvSpPr/>
          <p:nvPr/>
        </p:nvSpPr>
        <p:spPr>
          <a:xfrm>
            <a:off x="5222596" y="2697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/>
          </a:p>
        </p:txBody>
      </p:sp>
      <p:sp>
        <p:nvSpPr>
          <p:cNvPr id="14" name="Shape 12"/>
          <p:cNvSpPr/>
          <p:nvPr/>
        </p:nvSpPr>
        <p:spPr>
          <a:xfrm>
            <a:off x="5478628" y="2606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78628" y="2606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FakeQuant</a:t>
            </a:r>
            <a:endParaRPr lang="en-US" sz="1050"/>
          </a:p>
        </p:txBody>
      </p:sp>
      <p:sp>
        <p:nvSpPr>
          <p:cNvPr id="16" name="Text 14"/>
          <p:cNvSpPr/>
          <p:nvPr/>
        </p:nvSpPr>
        <p:spPr>
          <a:xfrm>
            <a:off x="6713068" y="2697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/>
          </a:p>
        </p:txBody>
      </p:sp>
      <p:sp>
        <p:nvSpPr>
          <p:cNvPr id="17" name="Shape 15"/>
          <p:cNvSpPr/>
          <p:nvPr/>
        </p:nvSpPr>
        <p:spPr>
          <a:xfrm>
            <a:off x="6969100" y="24688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969100" y="246888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8203540" y="2697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/>
          </a:p>
        </p:txBody>
      </p:sp>
      <p:sp>
        <p:nvSpPr>
          <p:cNvPr id="20" name="Shape 18"/>
          <p:cNvSpPr/>
          <p:nvPr/>
        </p:nvSpPr>
        <p:spPr>
          <a:xfrm>
            <a:off x="8459572" y="2606040"/>
            <a:ext cx="1234440" cy="640080"/>
          </a:xfrm>
          <a:prstGeom prst="roundRect">
            <a:avLst>
              <a:gd name="adj" fmla="val 11429"/>
            </a:avLst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459572" y="2606040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FakeQuant</a:t>
            </a:r>
            <a:endParaRPr lang="en-US" sz="1050"/>
          </a:p>
        </p:txBody>
      </p:sp>
      <p:sp>
        <p:nvSpPr>
          <p:cNvPr id="22" name="Text 20"/>
          <p:cNvSpPr/>
          <p:nvPr/>
        </p:nvSpPr>
        <p:spPr>
          <a:xfrm>
            <a:off x="9694012" y="2697480"/>
            <a:ext cx="2560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5B6B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500"/>
          </a:p>
        </p:txBody>
      </p:sp>
      <p:sp>
        <p:nvSpPr>
          <p:cNvPr id="23" name="Shape 21"/>
          <p:cNvSpPr/>
          <p:nvPr/>
        </p:nvSpPr>
        <p:spPr>
          <a:xfrm>
            <a:off x="9950044" y="246888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950044" y="2468880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250"/>
          </a:p>
        </p:txBody>
      </p:sp>
      <p:sp>
        <p:nvSpPr>
          <p:cNvPr id="25" name="Text 23"/>
          <p:cNvSpPr/>
          <p:nvPr/>
        </p:nvSpPr>
        <p:spPr>
          <a:xfrm>
            <a:off x="548640" y="370332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Fake-quant nodes simulate int8 rounding — in forward pass — while keeping FP32 gradients for backprop</a:t>
            </a:r>
            <a:endParaRPr lang="en-US" sz="1100"/>
          </a:p>
        </p:txBody>
      </p:sp>
      <p:sp>
        <p:nvSpPr>
          <p:cNvPr id="26" name="Text 24"/>
          <p:cNvSpPr/>
          <p:nvPr/>
        </p:nvSpPr>
        <p:spPr>
          <a:xfrm>
            <a:off x="548640" y="4434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400"/>
          </a:p>
        </p:txBody>
      </p:sp>
      <p:sp>
        <p:nvSpPr>
          <p:cNvPr id="27" name="Shape 25"/>
          <p:cNvSpPr/>
          <p:nvPr/>
        </p:nvSpPr>
        <p:spPr>
          <a:xfrm>
            <a:off x="594360" y="4892040"/>
            <a:ext cx="73152" cy="73152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822960" y="474573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pass: simulate int8 rounding on weights &amp; activations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594360" y="5330952"/>
            <a:ext cx="73152" cy="73152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822960" y="51846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 pass: gradients flow through in full FP32 precision</a:t>
            </a:r>
            <a:endParaRPr lang="en-US" sz="1150"/>
          </a:p>
        </p:txBody>
      </p:sp>
      <p:sp>
        <p:nvSpPr>
          <p:cNvPr id="31" name="Shape 29"/>
          <p:cNvSpPr/>
          <p:nvPr/>
        </p:nvSpPr>
        <p:spPr>
          <a:xfrm>
            <a:off x="594360" y="5769864"/>
            <a:ext cx="73152" cy="73152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22960" y="56235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weights adapt to minimize quantization-induced loss</a:t>
            </a:r>
            <a:endParaRPr lang="en-US" sz="1150"/>
          </a:p>
        </p:txBody>
      </p:sp>
      <p:sp>
        <p:nvSpPr>
          <p:cNvPr id="33" name="Text 31"/>
          <p:cNvSpPr/>
          <p:nvPr/>
        </p:nvSpPr>
        <p:spPr>
          <a:xfrm>
            <a:off x="6217920" y="44348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400"/>
          </a:p>
        </p:txBody>
      </p:sp>
      <p:sp>
        <p:nvSpPr>
          <p:cNvPr id="34" name="Shape 32"/>
          <p:cNvSpPr/>
          <p:nvPr/>
        </p:nvSpPr>
        <p:spPr>
          <a:xfrm>
            <a:off x="6263640" y="4892040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492240" y="4745736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most accuracy lost to post-training quantization</a:t>
            </a:r>
            <a:endParaRPr lang="en-US" sz="1150"/>
          </a:p>
        </p:txBody>
      </p:sp>
      <p:sp>
        <p:nvSpPr>
          <p:cNvPr id="36" name="Shape 34"/>
          <p:cNvSpPr/>
          <p:nvPr/>
        </p:nvSpPr>
        <p:spPr>
          <a:xfrm>
            <a:off x="6263640" y="5330952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492240" y="5184648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Especially valuable for small / accuracy-sensitive models</a:t>
            </a:r>
            <a:endParaRPr lang="en-US" sz="1150"/>
          </a:p>
        </p:txBody>
      </p:sp>
      <p:sp>
        <p:nvSpPr>
          <p:cNvPr id="38" name="Shape 36"/>
          <p:cNvSpPr/>
          <p:nvPr/>
        </p:nvSpPr>
        <p:spPr>
          <a:xfrm>
            <a:off x="6263640" y="5769864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492240" y="5623560"/>
            <a:ext cx="4754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Trade-off: needs training data, time, and compute</a:t>
            </a:r>
            <a:endParaRPr lang="en-US" sz="1150"/>
          </a:p>
        </p:txBody>
      </p:sp>
      <p:sp>
        <p:nvSpPr>
          <p:cNvPr id="40" name="Text 38"/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/>
          </a:p>
        </p:txBody>
      </p:sp>
      <p:sp>
        <p:nvSpPr>
          <p:cNvPr id="41" name="Text 39"/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09· COMPARISON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Post-Training Quantization vs. QAT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422400" y="1240246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paths to INT8 — one needs only inference data, the other retrains with fake-quant nodes.</a:t>
            </a:r>
            <a:endParaRPr lang="en-US" sz="1200"/>
          </a:p>
        </p:txBody>
      </p:sp>
      <p:sp>
        <p:nvSpPr>
          <p:cNvPr id="7" name="Shape 5"/>
          <p:cNvSpPr/>
          <p:nvPr/>
        </p:nvSpPr>
        <p:spPr>
          <a:xfrm>
            <a:off x="1422400" y="1837508"/>
            <a:ext cx="3840480" cy="2428240"/>
          </a:xfrm>
          <a:prstGeom prst="roundRect">
            <a:avLst>
              <a:gd name="adj" fmla="val 307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559560" y="1874665"/>
            <a:ext cx="457200" cy="464457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559560" y="1874665"/>
            <a:ext cx="457200" cy="464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2153920" y="1894840"/>
            <a:ext cx="2926080" cy="327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 Quantization</a:t>
            </a:r>
            <a:endParaRPr lang="en-US" sz="1300"/>
          </a:p>
        </p:txBody>
      </p:sp>
      <p:sp>
        <p:nvSpPr>
          <p:cNvPr id="11" name="Shape 9"/>
          <p:cNvSpPr/>
          <p:nvPr/>
        </p:nvSpPr>
        <p:spPr>
          <a:xfrm>
            <a:off x="1623568" y="2390503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788160" y="2324608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 required — only inference</a:t>
            </a:r>
            <a:endParaRPr lang="en-US" sz="950"/>
          </a:p>
        </p:txBody>
      </p:sp>
      <p:sp>
        <p:nvSpPr>
          <p:cNvPr id="13" name="Shape 11"/>
          <p:cNvSpPr/>
          <p:nvPr/>
        </p:nvSpPr>
        <p:spPr>
          <a:xfrm>
            <a:off x="1623568" y="2737975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788160" y="267208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a small calibration dataset (~100–500 samples)</a:t>
            </a:r>
            <a:endParaRPr lang="en-US" sz="950"/>
          </a:p>
        </p:txBody>
      </p:sp>
      <p:sp>
        <p:nvSpPr>
          <p:cNvPr id="15" name="Shape 13"/>
          <p:cNvSpPr/>
          <p:nvPr/>
        </p:nvSpPr>
        <p:spPr>
          <a:xfrm>
            <a:off x="1623568" y="3085447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788160" y="3019552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Fast: minutes, not hours</a:t>
            </a:r>
            <a:endParaRPr lang="en-US" sz="950"/>
          </a:p>
        </p:txBody>
      </p:sp>
      <p:sp>
        <p:nvSpPr>
          <p:cNvPr id="17" name="Shape 15"/>
          <p:cNvSpPr/>
          <p:nvPr/>
        </p:nvSpPr>
        <p:spPr>
          <a:xfrm>
            <a:off x="1623568" y="3432919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88160" y="3367024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well for large models</a:t>
            </a:r>
            <a:endParaRPr lang="en-US" sz="950"/>
          </a:p>
        </p:txBody>
      </p:sp>
      <p:sp>
        <p:nvSpPr>
          <p:cNvPr id="19" name="Shape 17"/>
          <p:cNvSpPr/>
          <p:nvPr/>
        </p:nvSpPr>
        <p:spPr>
          <a:xfrm>
            <a:off x="1623568" y="3780391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788160" y="37144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struggle with small / sensitive models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6188891" y="1801223"/>
            <a:ext cx="3942080" cy="2428240"/>
          </a:xfrm>
          <a:prstGeom prst="roundRect">
            <a:avLst>
              <a:gd name="adj" fmla="val 307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282508" y="1910951"/>
            <a:ext cx="471714" cy="464457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282508" y="1910951"/>
            <a:ext cx="471714" cy="464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6905897" y="1938383"/>
            <a:ext cx="3005909" cy="3272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Quantization-Aware Training</a:t>
            </a:r>
            <a:endParaRPr lang="en-US" sz="1300"/>
          </a:p>
        </p:txBody>
      </p:sp>
      <p:sp>
        <p:nvSpPr>
          <p:cNvPr id="25" name="Shape 23"/>
          <p:cNvSpPr/>
          <p:nvPr/>
        </p:nvSpPr>
        <p:spPr>
          <a:xfrm>
            <a:off x="6339259" y="2441303"/>
            <a:ext cx="91440" cy="98697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547394" y="2368151"/>
            <a:ext cx="3378926" cy="28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Inserts fake-quant nodes during training</a:t>
            </a:r>
            <a:endParaRPr lang="en-US" sz="950"/>
          </a:p>
        </p:txBody>
      </p:sp>
      <p:sp>
        <p:nvSpPr>
          <p:cNvPr id="27" name="Shape 25"/>
          <p:cNvSpPr/>
          <p:nvPr/>
        </p:nvSpPr>
        <p:spPr>
          <a:xfrm>
            <a:off x="6339259" y="2788775"/>
            <a:ext cx="91440" cy="98697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547394" y="2715623"/>
            <a:ext cx="3378926" cy="28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full training dataset + GPU</a:t>
            </a:r>
            <a:endParaRPr lang="en-US" sz="950"/>
          </a:p>
        </p:txBody>
      </p:sp>
      <p:sp>
        <p:nvSpPr>
          <p:cNvPr id="29" name="Shape 27"/>
          <p:cNvSpPr/>
          <p:nvPr/>
        </p:nvSpPr>
        <p:spPr>
          <a:xfrm>
            <a:off x="6339259" y="3136247"/>
            <a:ext cx="91440" cy="98697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547394" y="3063095"/>
            <a:ext cx="3378926" cy="28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Slow: full training loop per epoch</a:t>
            </a:r>
            <a:endParaRPr lang="en-US" sz="950"/>
          </a:p>
        </p:txBody>
      </p:sp>
      <p:sp>
        <p:nvSpPr>
          <p:cNvPr id="31" name="Shape 29"/>
          <p:cNvSpPr/>
          <p:nvPr/>
        </p:nvSpPr>
        <p:spPr>
          <a:xfrm>
            <a:off x="6339259" y="3483719"/>
            <a:ext cx="91440" cy="98697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547394" y="3410567"/>
            <a:ext cx="3378926" cy="28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Recovers accuracy lost to PTQ</a:t>
            </a:r>
            <a:endParaRPr lang="en-US" sz="950"/>
          </a:p>
        </p:txBody>
      </p:sp>
      <p:sp>
        <p:nvSpPr>
          <p:cNvPr id="33" name="Shape 31"/>
          <p:cNvSpPr/>
          <p:nvPr/>
        </p:nvSpPr>
        <p:spPr>
          <a:xfrm>
            <a:off x="6339259" y="3831191"/>
            <a:ext cx="91440" cy="98697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47394" y="3758039"/>
            <a:ext cx="3378926" cy="2815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small / accuracy-critical models</a:t>
            </a:r>
            <a:endParaRPr lang="en-US" sz="950"/>
          </a:p>
        </p:txBody>
      </p:sp>
      <p:graphicFrame>
        <p:nvGraphicFramePr>
          <p:cNvPr id="35" name="Table 0"/>
          <p:cNvGraphicFramePr>
            <a:graphicFrameLocks noGrp="1"/>
          </p:cNvGraphicFramePr>
          <p:nvPr/>
        </p:nvGraphicFramePr>
        <p:xfrm>
          <a:off x="1531256" y="4869542"/>
          <a:ext cx="8741568" cy="829548"/>
        </p:xfrm>
        <a:graphic>
          <a:graphicData uri="http://schemas.openxmlformats.org/drawingml/2006/table">
            <a:tbl>
              <a:tblPr/>
              <a:tblGrid>
                <a:gridCol w="21853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85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853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853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65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PTQ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QAT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Winner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65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Speed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CC71"/>
                          </a:solidFill>
                        </a:rPr>
                        <a:t>Minutes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E74C3C"/>
                          </a:solidFill>
                        </a:rPr>
                        <a:t>Hours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087E8B"/>
                          </a:solidFill>
                        </a:rPr>
                        <a:t>PTQ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651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Accuracy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F4B400"/>
                          </a:solidFill>
                        </a:rPr>
                        <a:t>Good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CC71"/>
                          </a:solidFill>
                        </a:rPr>
                        <a:t>Best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6B5E"/>
                          </a:solidFill>
                        </a:rPr>
                        <a:t>QAT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6" name="Text 38">
            <a:extLst>
              <a:ext uri="{FF2B5EF4-FFF2-40B4-BE49-F238E27FC236}">
                <a16:creationId xmlns:a16="http://schemas.microsoft.com/office/drawing/2014/main" id="{8ED2AF03-97BE-8D6E-8B96-3D6B51DF81C3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10</a:t>
            </a:r>
          </a:p>
        </p:txBody>
      </p:sp>
      <p:sp>
        <p:nvSpPr>
          <p:cNvPr id="38" name="Text 39">
            <a:extLst>
              <a:ext uri="{FF2B5EF4-FFF2-40B4-BE49-F238E27FC236}">
                <a16:creationId xmlns:a16="http://schemas.microsoft.com/office/drawing/2014/main" id="{740BE0E5-5681-B656-5727-05AD1A7058FF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9714" y="600891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10· CALIBRATION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979714" y="90932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Calibration Strategies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70000" y="1530531"/>
            <a:ext cx="8577943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Calibration determines the clipping range [</a:t>
            </a:r>
            <a:r>
              <a:rPr lang="en-US" sz="1400" err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r_min</a:t>
            </a: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400" err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r_max</a:t>
            </a: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] used to compute scale and zero point. The method you choose controls the accuracy-outlier trade-off.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9847943" y="5270137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1270001" y="2362198"/>
            <a:ext cx="9681028" cy="943429"/>
          </a:xfrm>
          <a:prstGeom prst="roundRect">
            <a:avLst>
              <a:gd name="adj" fmla="val 8000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421675" y="2474684"/>
            <a:ext cx="522514" cy="493487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21675" y="2474684"/>
            <a:ext cx="522514" cy="49348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2030549" y="2471927"/>
            <a:ext cx="2627085" cy="2888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Min-Max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2016035" y="2643050"/>
            <a:ext cx="4201885" cy="3947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the actual minimum and maximum values observed in the calibration data.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7371806" y="2523307"/>
            <a:ext cx="3679371" cy="243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Simple, preserves full range</a:t>
            </a:r>
            <a:endParaRPr lang="en-US" sz="950"/>
          </a:p>
        </p:txBody>
      </p:sp>
      <p:sp>
        <p:nvSpPr>
          <p:cNvPr id="13" name="Text 11"/>
          <p:cNvSpPr/>
          <p:nvPr/>
        </p:nvSpPr>
        <p:spPr>
          <a:xfrm>
            <a:off x="7379064" y="2799804"/>
            <a:ext cx="3679371" cy="2431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Sensitive to outliers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1349828" y="3667758"/>
            <a:ext cx="9652000" cy="885372"/>
          </a:xfrm>
          <a:prstGeom prst="roundRect">
            <a:avLst>
              <a:gd name="adj" fmla="val 8000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1472474" y="3823787"/>
            <a:ext cx="529771" cy="464457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72474" y="3823787"/>
            <a:ext cx="529771" cy="464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/>
          </a:p>
        </p:txBody>
      </p:sp>
      <p:sp>
        <p:nvSpPr>
          <p:cNvPr id="17" name="Text 15"/>
          <p:cNvSpPr/>
          <p:nvPr/>
        </p:nvSpPr>
        <p:spPr>
          <a:xfrm>
            <a:off x="2066834" y="3784744"/>
            <a:ext cx="265611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Percentile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066834" y="3999410"/>
            <a:ext cx="4245428" cy="3730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Clips at a chosen percentile (e.g., 99.9%), discarding extreme values.</a:t>
            </a:r>
            <a:endParaRPr lang="en-US" sz="950"/>
          </a:p>
        </p:txBody>
      </p:sp>
      <p:sp>
        <p:nvSpPr>
          <p:cNvPr id="19" name="Text 17"/>
          <p:cNvSpPr/>
          <p:nvPr/>
        </p:nvSpPr>
        <p:spPr>
          <a:xfrm>
            <a:off x="7524205" y="3821611"/>
            <a:ext cx="3715657" cy="23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Robust to outliers</a:t>
            </a:r>
            <a:endParaRPr lang="en-US" sz="950"/>
          </a:p>
        </p:txBody>
      </p:sp>
      <p:sp>
        <p:nvSpPr>
          <p:cNvPr id="20" name="Text 18"/>
          <p:cNvSpPr/>
          <p:nvPr/>
        </p:nvSpPr>
        <p:spPr>
          <a:xfrm>
            <a:off x="7524205" y="4090850"/>
            <a:ext cx="3715657" cy="2358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May clip valid values</a:t>
            </a:r>
            <a:endParaRPr lang="en-US" sz="950"/>
          </a:p>
        </p:txBody>
      </p:sp>
      <p:sp>
        <p:nvSpPr>
          <p:cNvPr id="21" name="Shape 19"/>
          <p:cNvSpPr/>
          <p:nvPr/>
        </p:nvSpPr>
        <p:spPr>
          <a:xfrm>
            <a:off x="1357086" y="4741091"/>
            <a:ext cx="9608457" cy="1023257"/>
          </a:xfrm>
          <a:prstGeom prst="roundRect">
            <a:avLst>
              <a:gd name="adj" fmla="val 8000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1494246" y="5027748"/>
            <a:ext cx="537028" cy="50800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494246" y="5027748"/>
            <a:ext cx="537028" cy="508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/>
          </a:p>
        </p:txBody>
      </p:sp>
      <p:sp>
        <p:nvSpPr>
          <p:cNvPr id="24" name="Text 22"/>
          <p:cNvSpPr/>
          <p:nvPr/>
        </p:nvSpPr>
        <p:spPr>
          <a:xfrm>
            <a:off x="2088606" y="4930648"/>
            <a:ext cx="2670628" cy="3033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 (KL)</a:t>
            </a:r>
            <a:endParaRPr lang="en-US" sz="1400"/>
          </a:p>
        </p:txBody>
      </p:sp>
      <p:sp>
        <p:nvSpPr>
          <p:cNvPr id="25" name="Text 23"/>
          <p:cNvSpPr/>
          <p:nvPr/>
        </p:nvSpPr>
        <p:spPr>
          <a:xfrm>
            <a:off x="2088606" y="5217886"/>
            <a:ext cx="4274457" cy="4093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clipping range that minimizes KL divergence between original and quantized distributions.</a:t>
            </a:r>
            <a:endParaRPr lang="en-US" sz="950"/>
          </a:p>
        </p:txBody>
      </p:sp>
      <p:sp>
        <p:nvSpPr>
          <p:cNvPr id="26" name="Text 24"/>
          <p:cNvSpPr/>
          <p:nvPr/>
        </p:nvSpPr>
        <p:spPr>
          <a:xfrm>
            <a:off x="7524206" y="50038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Best accuracy overall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7524206" y="5309325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Slower, needs more data</a:t>
            </a:r>
            <a:endParaRPr lang="en-US" sz="950"/>
          </a:p>
        </p:txBody>
      </p:sp>
      <p:sp>
        <p:nvSpPr>
          <p:cNvPr id="28" name="Text 39">
            <a:extLst>
              <a:ext uri="{FF2B5EF4-FFF2-40B4-BE49-F238E27FC236}">
                <a16:creationId xmlns:a16="http://schemas.microsoft.com/office/drawing/2014/main" id="{F52A74AF-8C7F-3644-52D4-864118BA3785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30" name="Text 38">
            <a:extLst>
              <a:ext uri="{FF2B5EF4-FFF2-40B4-BE49-F238E27FC236}">
                <a16:creationId xmlns:a16="http://schemas.microsoft.com/office/drawing/2014/main" id="{EA0BF681-3FA3-792D-6AD6-6794C29B2B3D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11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486" y="426720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11 · TECHNIQUE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65532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Dynamic vs. Static Quantization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86114" y="1160417"/>
            <a:ext cx="8541657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30000"/>
              </a:lnSpc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There are two post-training quantization(PTQ) modes. The difference is when activation ranges are determined.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611085" y="2018937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48245" y="2128665"/>
            <a:ext cx="457200" cy="45720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48245" y="212866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2342605" y="2156097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Quantization</a:t>
            </a:r>
            <a:endParaRPr lang="en-US" sz="1400"/>
          </a:p>
        </p:txBody>
      </p:sp>
      <p:sp>
        <p:nvSpPr>
          <p:cNvPr id="11" name="Text 9"/>
          <p:cNvSpPr/>
          <p:nvPr/>
        </p:nvSpPr>
        <p:spPr>
          <a:xfrm>
            <a:off x="1793965" y="2567577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ranges computed on-the-fly at inference time for each batch.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1793965" y="3024777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quantized ahead of time (offline)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1793965" y="3253377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Activations: quantized per-batch at runtime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1793965" y="3573417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calibration data needed</a:t>
            </a:r>
            <a:endParaRPr lang="en-US" sz="950"/>
          </a:p>
        </p:txBody>
      </p:sp>
      <p:sp>
        <p:nvSpPr>
          <p:cNvPr id="15" name="Text 13"/>
          <p:cNvSpPr/>
          <p:nvPr/>
        </p:nvSpPr>
        <p:spPr>
          <a:xfrm>
            <a:off x="1793965" y="3847737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LSTMs, Transformers, NLP models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6000205" y="2018937"/>
            <a:ext cx="3840480" cy="2468880"/>
          </a:xfrm>
          <a:prstGeom prst="roundRect">
            <a:avLst>
              <a:gd name="adj" fmla="val 2963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137365" y="2128665"/>
            <a:ext cx="457200" cy="45720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37365" y="2128665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1800"/>
          </a:p>
        </p:txBody>
      </p:sp>
      <p:sp>
        <p:nvSpPr>
          <p:cNvPr id="19" name="Text 17"/>
          <p:cNvSpPr/>
          <p:nvPr/>
        </p:nvSpPr>
        <p:spPr>
          <a:xfrm>
            <a:off x="6731725" y="2156097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Quantization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6183085" y="2567577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ranges pre-computed using a calibration dataset before deployment.</a:t>
            </a:r>
            <a:endParaRPr lang="en-US" sz="950"/>
          </a:p>
        </p:txBody>
      </p:sp>
      <p:sp>
        <p:nvSpPr>
          <p:cNvPr id="21" name="Text 19"/>
          <p:cNvSpPr/>
          <p:nvPr/>
        </p:nvSpPr>
        <p:spPr>
          <a:xfrm>
            <a:off x="6183085" y="3024777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Weights: quantized offline</a:t>
            </a:r>
            <a:endParaRPr lang="en-US" sz="900"/>
          </a:p>
        </p:txBody>
      </p:sp>
      <p:sp>
        <p:nvSpPr>
          <p:cNvPr id="22" name="Text 20"/>
          <p:cNvSpPr/>
          <p:nvPr/>
        </p:nvSpPr>
        <p:spPr>
          <a:xfrm>
            <a:off x="6183085" y="3253377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Activations: quantized using fixed ranges</a:t>
            </a:r>
            <a:endParaRPr lang="en-US" sz="900"/>
          </a:p>
        </p:txBody>
      </p:sp>
      <p:sp>
        <p:nvSpPr>
          <p:cNvPr id="23" name="Text 21"/>
          <p:cNvSpPr/>
          <p:nvPr/>
        </p:nvSpPr>
        <p:spPr>
          <a:xfrm>
            <a:off x="6183085" y="3573417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representative calibration data</a:t>
            </a:r>
            <a:endParaRPr lang="en-US" sz="950"/>
          </a:p>
        </p:txBody>
      </p:sp>
      <p:sp>
        <p:nvSpPr>
          <p:cNvPr id="24" name="Text 22"/>
          <p:cNvSpPr/>
          <p:nvPr/>
        </p:nvSpPr>
        <p:spPr>
          <a:xfrm>
            <a:off x="6183085" y="3847737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CNNs, vision models, edge deploy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1698170" y="5058229"/>
            <a:ext cx="8229600" cy="870131"/>
          </a:xfrm>
          <a:prstGeom prst="roundRect">
            <a:avLst>
              <a:gd name="adj" fmla="val 12308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866536" y="5162006"/>
            <a:ext cx="1828800" cy="2444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DIFFERENCE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1866536" y="5326598"/>
            <a:ext cx="7772400" cy="4651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quant has a per-batch overhead (computing min/max), so it's slower than static for latency-critical inference. Static quant bakes the ranges in, so every inference runs at the same speed.</a:t>
            </a:r>
            <a:endParaRPr lang="en-US" sz="900"/>
          </a:p>
        </p:txBody>
      </p:sp>
      <p:sp>
        <p:nvSpPr>
          <p:cNvPr id="28" name="Text 39">
            <a:extLst>
              <a:ext uri="{FF2B5EF4-FFF2-40B4-BE49-F238E27FC236}">
                <a16:creationId xmlns:a16="http://schemas.microsoft.com/office/drawing/2014/main" id="{83ED2ECD-1B01-8D95-EF63-38C9689A4756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30" name="Text 38">
            <a:extLst>
              <a:ext uri="{FF2B5EF4-FFF2-40B4-BE49-F238E27FC236}">
                <a16:creationId xmlns:a16="http://schemas.microsoft.com/office/drawing/2014/main" id="{E6C84C0F-3F4D-585B-D70E-6C2C8B3DD344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12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5086" y="528320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12 · MIXED</a:t>
            </a:r>
            <a:endParaRPr lang="en-US" sz="1400"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595086" y="749663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Mixed Precision Quantization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12686" y="1254760"/>
            <a:ext cx="9238342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Not all layers are equally sensitive. Mixed precision assigns different bit widths to different layers, balancing size and accuracy.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677886" y="2180771"/>
            <a:ext cx="7315200" cy="384048"/>
          </a:xfrm>
          <a:prstGeom prst="roundRect">
            <a:avLst>
              <a:gd name="adj" fmla="val 11905"/>
            </a:avLst>
          </a:prstGeom>
          <a:solidFill>
            <a:srgbClr val="0B3954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815046" y="2180771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Conv</a:t>
            </a:r>
            <a:endParaRPr lang="en-US" sz="1000"/>
          </a:p>
        </p:txBody>
      </p:sp>
      <p:sp>
        <p:nvSpPr>
          <p:cNvPr id="9" name="Text 7"/>
          <p:cNvSpPr/>
          <p:nvPr/>
        </p:nvSpPr>
        <p:spPr>
          <a:xfrm>
            <a:off x="8895806" y="2180771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3127828" y="2683691"/>
            <a:ext cx="6400800" cy="384048"/>
          </a:xfrm>
          <a:prstGeom prst="roundRect">
            <a:avLst>
              <a:gd name="adj" fmla="val 11905"/>
            </a:avLst>
          </a:prstGeom>
          <a:solidFill>
            <a:srgbClr val="0B3954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64988" y="2683691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1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8438606" y="2683691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000"/>
          </a:p>
        </p:txBody>
      </p:sp>
      <p:sp>
        <p:nvSpPr>
          <p:cNvPr id="13" name="Shape 11"/>
          <p:cNvSpPr/>
          <p:nvPr/>
        </p:nvSpPr>
        <p:spPr>
          <a:xfrm>
            <a:off x="3592286" y="3186611"/>
            <a:ext cx="5486400" cy="384048"/>
          </a:xfrm>
          <a:prstGeom prst="roundRect">
            <a:avLst>
              <a:gd name="adj" fmla="val 11905"/>
            </a:avLst>
          </a:prstGeom>
          <a:solidFill>
            <a:srgbClr val="0B3954"/>
          </a:solidFill>
          <a:ln w="190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729446" y="3186611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ResBlock 2</a:t>
            </a:r>
            <a:endParaRPr lang="en-US" sz="1000"/>
          </a:p>
        </p:txBody>
      </p:sp>
      <p:sp>
        <p:nvSpPr>
          <p:cNvPr id="15" name="Text 13"/>
          <p:cNvSpPr/>
          <p:nvPr/>
        </p:nvSpPr>
        <p:spPr>
          <a:xfrm>
            <a:off x="7981406" y="3186611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3820886" y="3689531"/>
            <a:ext cx="5029200" cy="384048"/>
          </a:xfrm>
          <a:prstGeom prst="roundRect">
            <a:avLst>
              <a:gd name="adj" fmla="val 11905"/>
            </a:avLst>
          </a:prstGeom>
          <a:solidFill>
            <a:srgbClr val="0B3954"/>
          </a:solidFill>
          <a:ln w="19050">
            <a:solidFill>
              <a:srgbClr val="FF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958046" y="3689531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000"/>
          </a:p>
        </p:txBody>
      </p:sp>
      <p:sp>
        <p:nvSpPr>
          <p:cNvPr id="18" name="Text 16"/>
          <p:cNvSpPr/>
          <p:nvPr/>
        </p:nvSpPr>
        <p:spPr>
          <a:xfrm>
            <a:off x="7752806" y="3689531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</a:t>
            </a:r>
            <a:endParaRPr lang="en-US" sz="1000"/>
          </a:p>
        </p:txBody>
      </p:sp>
      <p:sp>
        <p:nvSpPr>
          <p:cNvPr id="19" name="Shape 17"/>
          <p:cNvSpPr/>
          <p:nvPr/>
        </p:nvSpPr>
        <p:spPr>
          <a:xfrm>
            <a:off x="4278086" y="4192451"/>
            <a:ext cx="4114800" cy="384048"/>
          </a:xfrm>
          <a:prstGeom prst="roundRect">
            <a:avLst>
              <a:gd name="adj" fmla="val 11905"/>
            </a:avLst>
          </a:prstGeom>
          <a:solidFill>
            <a:srgbClr val="0B3954"/>
          </a:solidFill>
          <a:ln w="19050">
            <a:solidFill>
              <a:srgbClr val="FF6B5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15246" y="4192451"/>
            <a:ext cx="2743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Head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7295606" y="4192451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FP16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2220686" y="4741091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403566" y="4768523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Insensitive layers → INT8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2403566" y="4987979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convolutions, large feature maps — tolerate quantization well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6609806" y="4741091"/>
            <a:ext cx="3840480" cy="594360"/>
          </a:xfrm>
          <a:prstGeom prst="roundRect">
            <a:avLst>
              <a:gd name="adj" fmla="val 12308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92686" y="4768523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layers → FP16 / FP32</a:t>
            </a:r>
            <a:endParaRPr lang="en-US" sz="1000"/>
          </a:p>
        </p:txBody>
      </p:sp>
      <p:sp>
        <p:nvSpPr>
          <p:cNvPr id="27" name="Text 25"/>
          <p:cNvSpPr/>
          <p:nvPr/>
        </p:nvSpPr>
        <p:spPr>
          <a:xfrm>
            <a:off x="6792686" y="4987979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Attention, output heads, skip connections — need higher precision</a:t>
            </a:r>
            <a:endParaRPr lang="en-US" sz="850"/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8DDA7363-2629-2047-0CD8-53C8EEC1B007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29" name="Text 38">
            <a:extLst>
              <a:ext uri="{FF2B5EF4-FFF2-40B4-BE49-F238E27FC236}">
                <a16:creationId xmlns:a16="http://schemas.microsoft.com/office/drawing/2014/main" id="{5D6120F9-F82A-976E-0FD6-3B7E4D2D5539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13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8629" y="557349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13 · PITFALL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1095829" y="945605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Outlier Impact on Quantization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53029" y="1675674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A single extreme value stretches the quantization range, wasting most integer levels on empty space and crushing precision for the majority of values.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719944" y="231140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02824" y="2402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OUTLIER</a:t>
            </a:r>
            <a:endParaRPr lang="en-US" sz="900"/>
          </a:p>
        </p:txBody>
      </p:sp>
      <p:sp>
        <p:nvSpPr>
          <p:cNvPr id="9" name="Text 7"/>
          <p:cNvSpPr/>
          <p:nvPr/>
        </p:nvSpPr>
        <p:spPr>
          <a:xfrm>
            <a:off x="1902824" y="2677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Tensor: [-0.5, -0.2, 0.0, 0.3, 0.7]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1902824" y="29972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= 0.0055</a:t>
            </a:r>
            <a:endParaRPr lang="en-US" sz="1000"/>
          </a:p>
        </p:txBody>
      </p:sp>
      <p:sp>
        <p:nvSpPr>
          <p:cNvPr id="11" name="Shape 9"/>
          <p:cNvSpPr/>
          <p:nvPr/>
        </p:nvSpPr>
        <p:spPr>
          <a:xfrm>
            <a:off x="1902824" y="3317240"/>
            <a:ext cx="3474720" cy="228600"/>
          </a:xfrm>
          <a:prstGeom prst="rect">
            <a:avLst/>
          </a:prstGeom>
          <a:solidFill>
            <a:srgbClr val="2E4A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60024" y="3317240"/>
            <a:ext cx="2560320" cy="228600"/>
          </a:xfrm>
          <a:prstGeom prst="rect">
            <a:avLst/>
          </a:prstGeom>
          <a:solidFill>
            <a:srgbClr val="087E8B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02824" y="35915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use full INT8 range</a:t>
            </a:r>
            <a:endParaRPr lang="en-US" sz="850"/>
          </a:p>
        </p:txBody>
      </p:sp>
      <p:sp>
        <p:nvSpPr>
          <p:cNvPr id="14" name="Text 12"/>
          <p:cNvSpPr/>
          <p:nvPr/>
        </p:nvSpPr>
        <p:spPr>
          <a:xfrm>
            <a:off x="1989910" y="4233091"/>
            <a:ext cx="16459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MAE ≈ 0.00110</a:t>
            </a:r>
            <a:endParaRPr lang="en-US" sz="1300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43087" y="4233091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preserved</a:t>
            </a:r>
            <a:endParaRPr lang="en-US" sz="1000"/>
          </a:p>
        </p:txBody>
      </p:sp>
      <p:sp>
        <p:nvSpPr>
          <p:cNvPr id="16" name="Shape 14"/>
          <p:cNvSpPr/>
          <p:nvPr/>
        </p:nvSpPr>
        <p:spPr>
          <a:xfrm>
            <a:off x="6109064" y="2311400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91944" y="2402840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OUTLIER (12.0)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6291944" y="2677160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Tensor: [-0.5, -0.2, 0.0, 0.3, 0.7, 12.0]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6291944" y="2997200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= 0.0945</a:t>
            </a: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6291944" y="3317240"/>
            <a:ext cx="3474720" cy="228600"/>
          </a:xfrm>
          <a:prstGeom prst="rect">
            <a:avLst/>
          </a:prstGeom>
          <a:solidFill>
            <a:srgbClr val="2E4A6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291944" y="3317240"/>
            <a:ext cx="365760" cy="228600"/>
          </a:xfrm>
          <a:prstGeom prst="rect">
            <a:avLst/>
          </a:prstGeom>
          <a:solidFill>
            <a:srgbClr val="FF6B5E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291944" y="359156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values crushed into ~5% of range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6291944" y="4233091"/>
            <a:ext cx="16459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MAE ≈ 0.01562</a:t>
            </a:r>
            <a:endParaRPr lang="en-US" sz="1300"/>
          </a:p>
        </p:txBody>
      </p:sp>
      <p:sp>
        <p:nvSpPr>
          <p:cNvPr id="26" name="Text 24"/>
          <p:cNvSpPr/>
          <p:nvPr/>
        </p:nvSpPr>
        <p:spPr>
          <a:xfrm>
            <a:off x="7937864" y="4233091"/>
            <a:ext cx="18288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FF6B5E"/>
                </a:solidFill>
                <a:latin typeface="Calibri"/>
                <a:ea typeface="Calibri"/>
                <a:cs typeface="Calibri"/>
              </a:rPr>
              <a:t> worse error</a:t>
            </a:r>
            <a:endParaRPr lang="en-US" sz="1000">
              <a:latin typeface="Calibri"/>
              <a:ea typeface="Calibri"/>
              <a:cs typeface="Calibri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0D14EA5-A026-F4F1-7DCE-982A8D7EA332}"/>
              </a:ext>
            </a:extLst>
          </p:cNvPr>
          <p:cNvSpPr/>
          <p:nvPr/>
        </p:nvSpPr>
        <p:spPr>
          <a:xfrm>
            <a:off x="1734457" y="5630816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>
              <a:solidFill>
                <a:srgbClr val="5B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" name="Text 2">
            <a:extLst>
              <a:ext uri="{FF2B5EF4-FFF2-40B4-BE49-F238E27FC236}">
                <a16:creationId xmlns:a16="http://schemas.microsoft.com/office/drawing/2014/main" id="{44ADE369-B2B9-8D50-B268-939256A42084}"/>
              </a:ext>
            </a:extLst>
          </p:cNvPr>
          <p:cNvSpPr/>
          <p:nvPr/>
        </p:nvSpPr>
        <p:spPr>
          <a:xfrm>
            <a:off x="1509486" y="5630817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endParaRPr lang="en-US" sz="1400">
              <a:solidFill>
                <a:srgbClr val="5B6B7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3" name="Text 2">
            <a:extLst>
              <a:ext uri="{FF2B5EF4-FFF2-40B4-BE49-F238E27FC236}">
                <a16:creationId xmlns:a16="http://schemas.microsoft.com/office/drawing/2014/main" id="{FE04C285-96EE-E4CF-64FE-35499B8DAB7F}"/>
              </a:ext>
            </a:extLst>
          </p:cNvPr>
          <p:cNvSpPr/>
          <p:nvPr/>
        </p:nvSpPr>
        <p:spPr>
          <a:xfrm>
            <a:off x="1567544" y="5550989"/>
            <a:ext cx="7772400" cy="53702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>
                <a:solidFill>
                  <a:srgbClr val="5B6B7A"/>
                </a:solidFill>
                <a:ea typeface="+mn-lt"/>
                <a:cs typeface="+mn-lt"/>
              </a:rPr>
              <a:t>Scale calculation: Divide the maximum absolute tensor value by the maximum INT8 value: Scale=max⁡(∣x∣) / 127 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>
                <a:solidFill>
                  <a:srgbClr val="5B6B7A"/>
                </a:solidFill>
                <a:ea typeface="+mn-lt"/>
                <a:cs typeface="+mn-lt"/>
              </a:rPr>
              <a:t>MAE calculation: Dequantize the quantized tensor and calculate the average absolute difference from the original tensor: MAE=mean(∣x−x^∣)</a:t>
            </a:r>
          </a:p>
          <a:p>
            <a:pPr marL="285750" indent="-285750">
              <a:lnSpc>
                <a:spcPct val="130000"/>
              </a:lnSpc>
              <a:buFont typeface="Arial"/>
              <a:buChar char="•"/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Use callibration and other techniques to mitigate this issue.</a:t>
            </a:r>
          </a:p>
        </p:txBody>
      </p:sp>
      <p:sp>
        <p:nvSpPr>
          <p:cNvPr id="27" name="Text 39">
            <a:extLst>
              <a:ext uri="{FF2B5EF4-FFF2-40B4-BE49-F238E27FC236}">
                <a16:creationId xmlns:a16="http://schemas.microsoft.com/office/drawing/2014/main" id="{3041160B-4C53-A944-236C-89D9634F5B17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29" name="Text 38">
            <a:extLst>
              <a:ext uri="{FF2B5EF4-FFF2-40B4-BE49-F238E27FC236}">
                <a16:creationId xmlns:a16="http://schemas.microsoft.com/office/drawing/2014/main" id="{5F302610-6256-6F08-1FF4-23606286646D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14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28320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14 · OPTIMIZATION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663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Model Pruning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937657" y="1385389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Pruning removes redundant weights or entire structures from a trained model to reduce size and computation while preserving accuracy.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345509" y="2340429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345509" y="2386149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2345509" y="2733621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model</a:t>
            </a:r>
            <a:endParaRPr lang="en-US" sz="900"/>
          </a:p>
        </p:txBody>
      </p:sp>
      <p:sp>
        <p:nvSpPr>
          <p:cNvPr id="10" name="Text 8"/>
          <p:cNvSpPr/>
          <p:nvPr/>
        </p:nvSpPr>
        <p:spPr>
          <a:xfrm>
            <a:off x="3899989" y="243186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4448629" y="2340429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448629" y="2386149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</a:t>
            </a:r>
            <a:endParaRPr lang="en-US" sz="1400"/>
          </a:p>
        </p:txBody>
      </p:sp>
      <p:sp>
        <p:nvSpPr>
          <p:cNvPr id="13" name="Text 11"/>
          <p:cNvSpPr/>
          <p:nvPr/>
        </p:nvSpPr>
        <p:spPr>
          <a:xfrm>
            <a:off x="4448629" y="2733621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weights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6003109" y="243186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6551749" y="2340429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551749" y="2386149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6551749" y="2733621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 accuracy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8106229" y="243186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/>
          </a:p>
        </p:txBody>
      </p:sp>
      <p:sp>
        <p:nvSpPr>
          <p:cNvPr id="19" name="Shape 17"/>
          <p:cNvSpPr/>
          <p:nvPr/>
        </p:nvSpPr>
        <p:spPr>
          <a:xfrm>
            <a:off x="8654869" y="2340429"/>
            <a:ext cx="1554480" cy="777240"/>
          </a:xfrm>
          <a:prstGeom prst="roundRect">
            <a:avLst>
              <a:gd name="adj" fmla="val 9412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54869" y="2386149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</a:t>
            </a:r>
            <a:endParaRPr lang="en-US" sz="1400"/>
          </a:p>
        </p:txBody>
      </p:sp>
      <p:sp>
        <p:nvSpPr>
          <p:cNvPr id="21" name="Text 19"/>
          <p:cNvSpPr/>
          <p:nvPr/>
        </p:nvSpPr>
        <p:spPr>
          <a:xfrm>
            <a:off x="8654869" y="2733621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</a:t>
            </a:r>
            <a:endParaRPr lang="en-US" sz="900"/>
          </a:p>
        </p:txBody>
      </p:sp>
      <p:sp>
        <p:nvSpPr>
          <p:cNvPr id="22" name="Shape 20"/>
          <p:cNvSpPr/>
          <p:nvPr/>
        </p:nvSpPr>
        <p:spPr>
          <a:xfrm>
            <a:off x="2162629" y="3437709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2345509" y="3529149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UNSTRUCTURED PRUNING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2345509" y="3757749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weights set to zero based on magnitude.</a:t>
            </a:r>
            <a:endParaRPr lang="en-US" sz="950"/>
          </a:p>
        </p:txBody>
      </p:sp>
      <p:sp>
        <p:nvSpPr>
          <p:cNvPr id="25" name="Shape 23"/>
          <p:cNvSpPr/>
          <p:nvPr/>
        </p:nvSpPr>
        <p:spPr>
          <a:xfrm>
            <a:off x="2528389" y="4077789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848429" y="4077789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3168469" y="4077789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488509" y="4077789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808549" y="4077789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2528389" y="4333821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848429" y="4333821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168469" y="4333821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3488509" y="4333821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3808549" y="4333821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528389" y="4589853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2848429" y="4589853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168469" y="4589853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488509" y="4589853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3808549" y="4589853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2528389" y="4845885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2848429" y="4845885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3168469" y="4845885"/>
            <a:ext cx="274320" cy="210312"/>
          </a:xfrm>
          <a:prstGeom prst="rect">
            <a:avLst/>
          </a:prstGeom>
          <a:solidFill>
            <a:srgbClr val="087E8B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3488509" y="4845885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808549" y="4845885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265749" y="4169229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matrix — needs special</a:t>
            </a:r>
            <a:endParaRPr lang="en-US" sz="850"/>
          </a:p>
          <a:p>
            <a:pPr marL="0" indent="0">
              <a:lnSpc>
                <a:spcPct val="130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for speedup</a:t>
            </a:r>
            <a:endParaRPr lang="en-US" sz="850"/>
          </a:p>
        </p:txBody>
      </p:sp>
      <p:sp>
        <p:nvSpPr>
          <p:cNvPr id="46" name="Shape 44"/>
          <p:cNvSpPr/>
          <p:nvPr/>
        </p:nvSpPr>
        <p:spPr>
          <a:xfrm>
            <a:off x="6551749" y="3437709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34629" y="3529149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PRUNING</a:t>
            </a:r>
            <a:endParaRPr lang="en-US" sz="1000"/>
          </a:p>
        </p:txBody>
      </p:sp>
      <p:sp>
        <p:nvSpPr>
          <p:cNvPr id="48" name="Text 46"/>
          <p:cNvSpPr/>
          <p:nvPr/>
        </p:nvSpPr>
        <p:spPr>
          <a:xfrm>
            <a:off x="6734629" y="3757749"/>
            <a:ext cx="3474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filters / channels / layers removed.</a:t>
            </a:r>
            <a:endParaRPr lang="en-US" sz="950"/>
          </a:p>
        </p:txBody>
      </p:sp>
      <p:sp>
        <p:nvSpPr>
          <p:cNvPr id="49" name="Shape 47"/>
          <p:cNvSpPr/>
          <p:nvPr/>
        </p:nvSpPr>
        <p:spPr>
          <a:xfrm>
            <a:off x="6917509" y="4077789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7237549" y="4077789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7557589" y="4077789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7877629" y="4077789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8197669" y="4077789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6917509" y="4333821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7237549" y="4333821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7557589" y="4333821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Shape 55"/>
          <p:cNvSpPr/>
          <p:nvPr/>
        </p:nvSpPr>
        <p:spPr>
          <a:xfrm>
            <a:off x="7877629" y="4333821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Shape 56"/>
          <p:cNvSpPr/>
          <p:nvPr/>
        </p:nvSpPr>
        <p:spPr>
          <a:xfrm>
            <a:off x="8197669" y="4333821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6917509" y="4589853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Shape 58"/>
          <p:cNvSpPr/>
          <p:nvPr/>
        </p:nvSpPr>
        <p:spPr>
          <a:xfrm>
            <a:off x="7237549" y="4589853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7557589" y="4589853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7877629" y="4589853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Shape 61"/>
          <p:cNvSpPr/>
          <p:nvPr/>
        </p:nvSpPr>
        <p:spPr>
          <a:xfrm>
            <a:off x="8197669" y="4589853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Shape 62"/>
          <p:cNvSpPr/>
          <p:nvPr/>
        </p:nvSpPr>
        <p:spPr>
          <a:xfrm>
            <a:off x="6917509" y="4845885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7237549" y="4845885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Shape 64"/>
          <p:cNvSpPr/>
          <p:nvPr/>
        </p:nvSpPr>
        <p:spPr>
          <a:xfrm>
            <a:off x="7557589" y="4845885"/>
            <a:ext cx="274320" cy="210312"/>
          </a:xfrm>
          <a:prstGeom prst="rect">
            <a:avLst/>
          </a:prstGeom>
          <a:solidFill>
            <a:srgbClr val="2E4A63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Shape 65"/>
          <p:cNvSpPr/>
          <p:nvPr/>
        </p:nvSpPr>
        <p:spPr>
          <a:xfrm>
            <a:off x="7877629" y="4845885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8197669" y="4845885"/>
            <a:ext cx="274320" cy="210312"/>
          </a:xfrm>
          <a:prstGeom prst="rect">
            <a:avLst/>
          </a:prstGeom>
          <a:solidFill>
            <a:srgbClr val="FF6B5E"/>
          </a:solidFill>
          <a:ln w="6350">
            <a:solidFill>
              <a:srgbClr val="2E4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654869" y="4169229"/>
            <a:ext cx="1645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dense model — real</a:t>
            </a:r>
            <a:endParaRPr lang="en-US" sz="850"/>
          </a:p>
          <a:p>
            <a:pPr marL="0" indent="0">
              <a:lnSpc>
                <a:spcPct val="130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speedup on any hardware</a:t>
            </a:r>
            <a:endParaRPr lang="en-US" sz="850"/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88FAE086-84F8-0643-4A46-4FC0EAEE6028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71" name="Text 38">
            <a:extLst>
              <a:ext uri="{FF2B5EF4-FFF2-40B4-BE49-F238E27FC236}">
                <a16:creationId xmlns:a16="http://schemas.microsoft.com/office/drawing/2014/main" id="{FD9A80C8-54D8-B091-8F70-D6410C7D7D82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15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41234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15 · COMPARISON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663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Unstructured vs. Structured Pruning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719943" y="1254760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How the two pruning strategies differ in granularity, speedup, accuracy, and practical deployment.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929479"/>
              </p:ext>
            </p:extLst>
          </p:nvPr>
        </p:nvGraphicFramePr>
        <p:xfrm>
          <a:off x="1923142" y="1944914"/>
          <a:ext cx="8360570" cy="2420464"/>
        </p:xfrm>
        <a:graphic>
          <a:graphicData uri="http://schemas.openxmlformats.org/drawingml/2006/table">
            <a:tbl>
              <a:tblPr/>
              <a:tblGrid>
                <a:gridCol w="1672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4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4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2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Aspect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Unstructured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Structured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What is removed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Individual weight values (set to 0)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Entire filters, channels, or heads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Result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Sparse weight matrix (same shape)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Smaller dense model (new shape)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Speedup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F4B400"/>
                          </a:solidFill>
                        </a:rPr>
                        <a:t>Only with sparse hardware / libraries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CC71"/>
                          </a:solidFill>
                        </a:rPr>
                        <a:t>Real speedup on any hardware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Accuracy at same %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CC71"/>
                          </a:solidFill>
                        </a:rPr>
                        <a:t>Higher — fine-grained selection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F4B400"/>
                          </a:solidFill>
                        </a:rPr>
                        <a:t>Lower — coarse removal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Retraining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Recommended to recover accuracy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Often required to recover accuracy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Common use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Research, compression benchmarks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Production deployment, edge devices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5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PyTorch API</a:t>
                      </a:r>
                      <a:endParaRPr lang="en-US" sz="900"/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87E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prune.l1_unstructured()</a:t>
                      </a:r>
                      <a:endParaRPr lang="en-US" sz="90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87E8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prune.ln_structured(dim=0)</a:t>
                      </a:r>
                      <a:endParaRPr lang="en-US" sz="90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76200" marR="76200" marT="63500" marB="635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1923143" y="4824549"/>
            <a:ext cx="8229600" cy="49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practice: start with unstructured pruning to find the sparsity tolerance, then switch to structured pruning for deployment.</a:t>
            </a:r>
            <a:endParaRPr lang="en-US" sz="1100"/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E8267B8D-5047-D2BE-09FB-6382242ACD76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10" name="Text 38">
            <a:extLst>
              <a:ext uri="{FF2B5EF4-FFF2-40B4-BE49-F238E27FC236}">
                <a16:creationId xmlns:a16="http://schemas.microsoft.com/office/drawing/2014/main" id="{7F11D7F2-76D0-3D9D-53AE-BA06FD508233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16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171" y="426720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16 · OPTIMIZATION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2171" y="749663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Knowledge Distillation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821543" y="1486989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A large teacher model transfers its learned behavior to a smaller student model through soft probability outputs.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959429" y="2127794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959429" y="221923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2142309" y="253927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Large, accurate model</a:t>
            </a:r>
            <a:endParaRPr lang="en-US" sz="10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ResNet-152)</a:t>
            </a:r>
            <a:endParaRPr lang="en-US" sz="1000"/>
          </a:p>
        </p:txBody>
      </p:sp>
      <p:sp>
        <p:nvSpPr>
          <p:cNvPr id="10" name="Text 8"/>
          <p:cNvSpPr/>
          <p:nvPr/>
        </p:nvSpPr>
        <p:spPr>
          <a:xfrm>
            <a:off x="2142309" y="304219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Labels</a:t>
            </a:r>
            <a:endParaRPr lang="en-US" sz="9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(probability distribution</a:t>
            </a:r>
            <a:endParaRPr lang="en-US" sz="9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temperature T)</a:t>
            </a:r>
            <a:endParaRPr lang="en-US" sz="900"/>
          </a:p>
        </p:txBody>
      </p:sp>
      <p:sp>
        <p:nvSpPr>
          <p:cNvPr id="11" name="Text 9"/>
          <p:cNvSpPr/>
          <p:nvPr/>
        </p:nvSpPr>
        <p:spPr>
          <a:xfrm>
            <a:off x="2142309" y="377371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B59B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cat: 0.7  dog: 0.2  bird: 0.1</a:t>
            </a:r>
            <a:endParaRPr lang="en-US" sz="900"/>
          </a:p>
        </p:txBody>
      </p:sp>
      <p:sp>
        <p:nvSpPr>
          <p:cNvPr id="12" name="Text 10"/>
          <p:cNvSpPr/>
          <p:nvPr/>
        </p:nvSpPr>
        <p:spPr>
          <a:xfrm>
            <a:off x="4794069" y="2767874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4702629" y="3590834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80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</a:t>
            </a:r>
            <a:endParaRPr lang="en-US" sz="800"/>
          </a:p>
        </p:txBody>
      </p:sp>
      <p:sp>
        <p:nvSpPr>
          <p:cNvPr id="14" name="Shape 12"/>
          <p:cNvSpPr/>
          <p:nvPr/>
        </p:nvSpPr>
        <p:spPr>
          <a:xfrm>
            <a:off x="5525589" y="2127794"/>
            <a:ext cx="2743200" cy="2377440"/>
          </a:xfrm>
          <a:prstGeom prst="roundRect">
            <a:avLst>
              <a:gd name="adj" fmla="val 307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525589" y="221923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100"/>
          </a:p>
        </p:txBody>
      </p:sp>
      <p:sp>
        <p:nvSpPr>
          <p:cNvPr id="16" name="Text 14"/>
          <p:cNvSpPr/>
          <p:nvPr/>
        </p:nvSpPr>
        <p:spPr>
          <a:xfrm>
            <a:off x="5708469" y="2539274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Small, deployable model</a:t>
            </a:r>
            <a:endParaRPr lang="en-US" sz="10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0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(e.g., MobileNet)</a:t>
            </a:r>
            <a:endParaRPr lang="en-US" sz="1000"/>
          </a:p>
        </p:txBody>
      </p:sp>
      <p:sp>
        <p:nvSpPr>
          <p:cNvPr id="17" name="Text 15"/>
          <p:cNvSpPr/>
          <p:nvPr/>
        </p:nvSpPr>
        <p:spPr>
          <a:xfrm>
            <a:off x="5708469" y="3042194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to match</a:t>
            </a:r>
            <a:endParaRPr lang="en-US" sz="9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soft labels</a:t>
            </a:r>
            <a:endParaRPr lang="en-US" sz="9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hard ground truth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5708469" y="3773714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2ECC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cat: 0.65  dog: 0.25  bird: 0.1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8543109" y="2127794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34549" y="2219234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900"/>
          </a:p>
        </p:txBody>
      </p:sp>
      <p:sp>
        <p:nvSpPr>
          <p:cNvPr id="21" name="Text 19"/>
          <p:cNvSpPr/>
          <p:nvPr/>
        </p:nvSpPr>
        <p:spPr>
          <a:xfrm>
            <a:off x="8634549" y="2539274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model</a:t>
            </a:r>
            <a:endParaRPr lang="en-US" sz="850"/>
          </a:p>
        </p:txBody>
      </p:sp>
      <p:sp>
        <p:nvSpPr>
          <p:cNvPr id="22" name="Text 20"/>
          <p:cNvSpPr/>
          <p:nvPr/>
        </p:nvSpPr>
        <p:spPr>
          <a:xfrm>
            <a:off x="8634549" y="290271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inference</a:t>
            </a:r>
            <a:endParaRPr lang="en-US" sz="850"/>
          </a:p>
        </p:txBody>
      </p:sp>
      <p:sp>
        <p:nvSpPr>
          <p:cNvPr id="23" name="Text 21"/>
          <p:cNvSpPr/>
          <p:nvPr/>
        </p:nvSpPr>
        <p:spPr>
          <a:xfrm>
            <a:off x="8634549" y="3360492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memory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8634549" y="3883587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labels carry</a:t>
            </a:r>
            <a:endParaRPr lang="en-US" sz="85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info than</a:t>
            </a:r>
            <a:endParaRPr lang="en-US" sz="85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labels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1959429" y="4688114"/>
            <a:ext cx="8229600" cy="502920"/>
          </a:xfrm>
          <a:prstGeom prst="roundRect">
            <a:avLst>
              <a:gd name="adj" fmla="val 14545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959429" y="468811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 = α · KL(softmax(z_t / T), softmax(z_s / T)) · T²  +  (1 − α) · CrossEntropy(y, z_s)</a:t>
            </a:r>
            <a:endParaRPr lang="en-US" sz="1050"/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C639290E-1816-A5AA-AC99-FBCCF360A07A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28" name="Text 38">
            <a:extLst>
              <a:ext uri="{FF2B5EF4-FFF2-40B4-BE49-F238E27FC236}">
                <a16:creationId xmlns:a16="http://schemas.microsoft.com/office/drawing/2014/main" id="{37CC5D24-AFB8-591C-B8F8-5714D3ACCD19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17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28320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17· PRACTICAL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49663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Common Pitfalls &amp; Debugging Tips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64343" y="1254760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What goes wrong in quantization projects and how to catch it early.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97314" y="2018937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07042" y="2101233"/>
            <a:ext cx="365760" cy="36576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07042" y="210123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/>
          </a:p>
        </p:txBody>
      </p:sp>
      <p:sp>
        <p:nvSpPr>
          <p:cNvPr id="10" name="Text 8"/>
          <p:cNvSpPr/>
          <p:nvPr/>
        </p:nvSpPr>
        <p:spPr>
          <a:xfrm>
            <a:off x="2664242" y="2064657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range mismatch</a:t>
            </a:r>
            <a:endParaRPr lang="en-US" sz="1050"/>
          </a:p>
        </p:txBody>
      </p:sp>
      <p:sp>
        <p:nvSpPr>
          <p:cNvPr id="11" name="Text 9"/>
          <p:cNvSpPr/>
          <p:nvPr/>
        </p:nvSpPr>
        <p:spPr>
          <a:xfrm>
            <a:off x="2664242" y="2274969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data doesn't represent production inputs. Scale is wrong.</a:t>
            </a:r>
            <a:endParaRPr lang="en-US" sz="850"/>
          </a:p>
        </p:txBody>
      </p:sp>
      <p:sp>
        <p:nvSpPr>
          <p:cNvPr id="12" name="Text 10"/>
          <p:cNvSpPr/>
          <p:nvPr/>
        </p:nvSpPr>
        <p:spPr>
          <a:xfrm>
            <a:off x="6669314" y="2110377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diverse, representative calibration samples.</a:t>
            </a:r>
            <a:endParaRPr lang="en-US" sz="850"/>
          </a:p>
        </p:txBody>
      </p:sp>
      <p:sp>
        <p:nvSpPr>
          <p:cNvPr id="13" name="Shape 11"/>
          <p:cNvSpPr/>
          <p:nvPr/>
        </p:nvSpPr>
        <p:spPr>
          <a:xfrm>
            <a:off x="2097314" y="2631585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207042" y="2713881"/>
            <a:ext cx="365760" cy="365760"/>
          </a:xfrm>
          <a:prstGeom prst="ellipse">
            <a:avLst/>
          </a:prstGeom>
          <a:solidFill>
            <a:srgbClr val="F4B4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07042" y="2713881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/>
          </a:p>
        </p:txBody>
      </p:sp>
      <p:sp>
        <p:nvSpPr>
          <p:cNvPr id="16" name="Text 14"/>
          <p:cNvSpPr/>
          <p:nvPr/>
        </p:nvSpPr>
        <p:spPr>
          <a:xfrm>
            <a:off x="2664242" y="2677305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Silent float fallback</a:t>
            </a:r>
            <a:endParaRPr lang="en-US" sz="1050"/>
          </a:p>
        </p:txBody>
      </p:sp>
      <p:sp>
        <p:nvSpPr>
          <p:cNvPr id="17" name="Text 15"/>
          <p:cNvSpPr/>
          <p:nvPr/>
        </p:nvSpPr>
        <p:spPr>
          <a:xfrm>
            <a:off x="2664242" y="2887617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TFLite converter silently keeps some ops in FP32 — model is bigger.</a:t>
            </a:r>
            <a:endParaRPr lang="en-US" sz="850"/>
          </a:p>
        </p:txBody>
      </p:sp>
      <p:sp>
        <p:nvSpPr>
          <p:cNvPr id="18" name="Text 16"/>
          <p:cNvSpPr/>
          <p:nvPr/>
        </p:nvSpPr>
        <p:spPr>
          <a:xfrm>
            <a:off x="6669314" y="2723025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Check input/output dtypes. Set TFLITE_BUILTINS_INT8.</a:t>
            </a:r>
            <a:endParaRPr lang="en-US" sz="850"/>
          </a:p>
        </p:txBody>
      </p:sp>
      <p:sp>
        <p:nvSpPr>
          <p:cNvPr id="19" name="Shape 17"/>
          <p:cNvSpPr/>
          <p:nvPr/>
        </p:nvSpPr>
        <p:spPr>
          <a:xfrm>
            <a:off x="2097314" y="3244233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207042" y="3326529"/>
            <a:ext cx="365760" cy="36576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207042" y="3326529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2664242" y="3289953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range imbalance</a:t>
            </a:r>
            <a:endParaRPr lang="en-US" sz="1050"/>
          </a:p>
        </p:txBody>
      </p:sp>
      <p:sp>
        <p:nvSpPr>
          <p:cNvPr id="23" name="Text 21"/>
          <p:cNvSpPr/>
          <p:nvPr/>
        </p:nvSpPr>
        <p:spPr>
          <a:xfrm>
            <a:off x="2664242" y="3500265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Per-tensor quantization with different ranges — small channels lose precision.</a:t>
            </a:r>
            <a:endParaRPr lang="en-US" sz="850"/>
          </a:p>
        </p:txBody>
      </p:sp>
      <p:sp>
        <p:nvSpPr>
          <p:cNvPr id="24" name="Text 22"/>
          <p:cNvSpPr/>
          <p:nvPr/>
        </p:nvSpPr>
        <p:spPr>
          <a:xfrm>
            <a:off x="6669314" y="3335673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per-channel quantization for conv weights.</a:t>
            </a:r>
            <a:endParaRPr lang="en-US" sz="850"/>
          </a:p>
        </p:txBody>
      </p:sp>
      <p:sp>
        <p:nvSpPr>
          <p:cNvPr id="25" name="Shape 23"/>
          <p:cNvSpPr/>
          <p:nvPr/>
        </p:nvSpPr>
        <p:spPr>
          <a:xfrm>
            <a:off x="2097314" y="3856881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207042" y="3939177"/>
            <a:ext cx="365760" cy="36576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207042" y="3939177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2664242" y="3902601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 not fused</a:t>
            </a:r>
            <a:endParaRPr lang="en-US" sz="1050"/>
          </a:p>
        </p:txBody>
      </p:sp>
      <p:sp>
        <p:nvSpPr>
          <p:cNvPr id="29" name="Text 27"/>
          <p:cNvSpPr/>
          <p:nvPr/>
        </p:nvSpPr>
        <p:spPr>
          <a:xfrm>
            <a:off x="2664242" y="4112913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Unfused BN layers add extra quantize/dequantize steps.</a:t>
            </a:r>
            <a:endParaRPr lang="en-US" sz="850"/>
          </a:p>
        </p:txBody>
      </p:sp>
      <p:sp>
        <p:nvSpPr>
          <p:cNvPr id="30" name="Text 28"/>
          <p:cNvSpPr/>
          <p:nvPr/>
        </p:nvSpPr>
        <p:spPr>
          <a:xfrm>
            <a:off x="6669314" y="3948321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Fuse Conv+BN+ReLU before quantizing.</a:t>
            </a:r>
            <a:endParaRPr lang="en-US" sz="850"/>
          </a:p>
        </p:txBody>
      </p:sp>
      <p:sp>
        <p:nvSpPr>
          <p:cNvPr id="31" name="Shape 29"/>
          <p:cNvSpPr/>
          <p:nvPr/>
        </p:nvSpPr>
        <p:spPr>
          <a:xfrm>
            <a:off x="2097314" y="4469529"/>
            <a:ext cx="8229600" cy="521208"/>
          </a:xfrm>
          <a:prstGeom prst="roundRect">
            <a:avLst>
              <a:gd name="adj" fmla="val 14035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207042" y="4551825"/>
            <a:ext cx="365760" cy="36576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207042" y="4551825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2664242" y="4515249"/>
            <a:ext cx="2286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dominance</a:t>
            </a:r>
            <a:endParaRPr lang="en-US" sz="1050"/>
          </a:p>
        </p:txBody>
      </p:sp>
      <p:sp>
        <p:nvSpPr>
          <p:cNvPr id="35" name="Text 33"/>
          <p:cNvSpPr/>
          <p:nvPr/>
        </p:nvSpPr>
        <p:spPr>
          <a:xfrm>
            <a:off x="2664242" y="4725561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extreme value wastes 95%+ of the INT8 range.</a:t>
            </a:r>
            <a:endParaRPr lang="en-US" sz="850"/>
          </a:p>
        </p:txBody>
      </p:sp>
      <p:sp>
        <p:nvSpPr>
          <p:cNvPr id="36" name="Text 34"/>
          <p:cNvSpPr/>
          <p:nvPr/>
        </p:nvSpPr>
        <p:spPr>
          <a:xfrm>
            <a:off x="6669314" y="4560969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Use percentile or entropy calibration. Or clip outliers.</a:t>
            </a:r>
            <a:endParaRPr lang="en-US" sz="850"/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BDEFE1E5-54CB-2854-E439-E7B9240CC077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38" name="Text 38">
            <a:extLst>
              <a:ext uri="{FF2B5EF4-FFF2-40B4-BE49-F238E27FC236}">
                <a16:creationId xmlns:a16="http://schemas.microsoft.com/office/drawing/2014/main" id="{D38DF6EC-1648-C0D4-C33D-A6C6CC921B6B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18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6857" y="433977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18· SUMMARY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6857" y="65532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The Model Optimization Landscape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364343" y="1254760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Three complementary techniques — each reduces model size differently, and they can be combined for maximum compression.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850571" y="2127794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920419" y="2237522"/>
            <a:ext cx="457200" cy="45720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920419" y="223752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1850571" y="276787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</a:t>
            </a:r>
            <a:endParaRPr lang="en-US" sz="1400"/>
          </a:p>
        </p:txBody>
      </p:sp>
      <p:sp>
        <p:nvSpPr>
          <p:cNvPr id="11" name="Shape 9"/>
          <p:cNvSpPr/>
          <p:nvPr/>
        </p:nvSpPr>
        <p:spPr>
          <a:xfrm>
            <a:off x="1987731" y="3179354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124891" y="309705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bit width (FP32 → INT8)</a:t>
            </a:r>
            <a:endParaRPr lang="en-US" sz="900"/>
          </a:p>
        </p:txBody>
      </p:sp>
      <p:sp>
        <p:nvSpPr>
          <p:cNvPr id="13" name="Shape 11"/>
          <p:cNvSpPr/>
          <p:nvPr/>
        </p:nvSpPr>
        <p:spPr>
          <a:xfrm>
            <a:off x="1987731" y="3499394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24891" y="341709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 smaller weights</a:t>
            </a:r>
            <a:endParaRPr lang="en-US" sz="900"/>
          </a:p>
        </p:txBody>
      </p:sp>
      <p:sp>
        <p:nvSpPr>
          <p:cNvPr id="15" name="Shape 13"/>
          <p:cNvSpPr/>
          <p:nvPr/>
        </p:nvSpPr>
        <p:spPr>
          <a:xfrm>
            <a:off x="1987731" y="3819434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124891" y="373713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2–4× faster inference</a:t>
            </a:r>
            <a:endParaRPr lang="en-US" sz="900"/>
          </a:p>
        </p:txBody>
      </p:sp>
      <p:sp>
        <p:nvSpPr>
          <p:cNvPr id="17" name="Shape 15"/>
          <p:cNvSpPr/>
          <p:nvPr/>
        </p:nvSpPr>
        <p:spPr>
          <a:xfrm>
            <a:off x="1987731" y="4139474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124891" y="405717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 or QAT</a:t>
            </a:r>
            <a:endParaRPr lang="en-US" sz="900"/>
          </a:p>
        </p:txBody>
      </p:sp>
      <p:sp>
        <p:nvSpPr>
          <p:cNvPr id="19" name="Shape 17"/>
          <p:cNvSpPr/>
          <p:nvPr/>
        </p:nvSpPr>
        <p:spPr>
          <a:xfrm>
            <a:off x="4730931" y="2127794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800779" y="2237522"/>
            <a:ext cx="457200" cy="45720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800779" y="223752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/>
          </a:p>
        </p:txBody>
      </p:sp>
      <p:sp>
        <p:nvSpPr>
          <p:cNvPr id="22" name="Text 20"/>
          <p:cNvSpPr/>
          <p:nvPr/>
        </p:nvSpPr>
        <p:spPr>
          <a:xfrm>
            <a:off x="4730931" y="276787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Pruning</a:t>
            </a:r>
            <a:endParaRPr lang="en-US" sz="1400"/>
          </a:p>
        </p:txBody>
      </p:sp>
      <p:sp>
        <p:nvSpPr>
          <p:cNvPr id="23" name="Shape 21"/>
          <p:cNvSpPr/>
          <p:nvPr/>
        </p:nvSpPr>
        <p:spPr>
          <a:xfrm>
            <a:off x="4868091" y="3179354"/>
            <a:ext cx="91440" cy="9144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005251" y="309705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redundant weights</a:t>
            </a:r>
            <a:endParaRPr lang="en-US" sz="900"/>
          </a:p>
        </p:txBody>
      </p:sp>
      <p:sp>
        <p:nvSpPr>
          <p:cNvPr id="25" name="Shape 23"/>
          <p:cNvSpPr/>
          <p:nvPr/>
        </p:nvSpPr>
        <p:spPr>
          <a:xfrm>
            <a:off x="4868091" y="3499394"/>
            <a:ext cx="91440" cy="9144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05251" y="341709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30–90% sparsity possible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4868091" y="3819434"/>
            <a:ext cx="91440" cy="9144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005251" y="373713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for real speedup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4868091" y="4139474"/>
            <a:ext cx="91440" cy="9144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05251" y="405717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retraining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7611291" y="2127794"/>
            <a:ext cx="2606040" cy="2377440"/>
          </a:xfrm>
          <a:prstGeom prst="roundRect">
            <a:avLst>
              <a:gd name="adj" fmla="val 307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8681139" y="2237522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8681139" y="223752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800"/>
          </a:p>
        </p:txBody>
      </p:sp>
      <p:sp>
        <p:nvSpPr>
          <p:cNvPr id="34" name="Text 32"/>
          <p:cNvSpPr/>
          <p:nvPr/>
        </p:nvSpPr>
        <p:spPr>
          <a:xfrm>
            <a:off x="7611291" y="2767874"/>
            <a:ext cx="2606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</a:t>
            </a:r>
            <a:endParaRPr lang="en-US" sz="1400"/>
          </a:p>
        </p:txBody>
      </p:sp>
      <p:sp>
        <p:nvSpPr>
          <p:cNvPr id="35" name="Shape 33"/>
          <p:cNvSpPr/>
          <p:nvPr/>
        </p:nvSpPr>
        <p:spPr>
          <a:xfrm>
            <a:off x="7748451" y="3179354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885611" y="309705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small student model</a:t>
            </a:r>
            <a:endParaRPr lang="en-US" sz="900"/>
          </a:p>
        </p:txBody>
      </p:sp>
      <p:sp>
        <p:nvSpPr>
          <p:cNvPr id="37" name="Shape 35"/>
          <p:cNvSpPr/>
          <p:nvPr/>
        </p:nvSpPr>
        <p:spPr>
          <a:xfrm>
            <a:off x="7748451" y="3499394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7885611" y="341709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transfers knowledge</a:t>
            </a:r>
            <a:endParaRPr lang="en-US" sz="900"/>
          </a:p>
        </p:txBody>
      </p:sp>
      <p:sp>
        <p:nvSpPr>
          <p:cNvPr id="39" name="Shape 37"/>
          <p:cNvSpPr/>
          <p:nvPr/>
        </p:nvSpPr>
        <p:spPr>
          <a:xfrm>
            <a:off x="7748451" y="3819434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885611" y="373713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Arbitrary architecture change</a:t>
            </a:r>
            <a:endParaRPr lang="en-US" sz="900"/>
          </a:p>
        </p:txBody>
      </p:sp>
      <p:sp>
        <p:nvSpPr>
          <p:cNvPr id="41" name="Shape 39"/>
          <p:cNvSpPr/>
          <p:nvPr/>
        </p:nvSpPr>
        <p:spPr>
          <a:xfrm>
            <a:off x="7748451" y="4139474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885611" y="4057178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training data + GPU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1850571" y="4688114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2033451" y="4715546"/>
            <a:ext cx="22860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PIPELINE</a:t>
            </a:r>
            <a:endParaRPr lang="en-US" sz="800"/>
          </a:p>
        </p:txBody>
      </p:sp>
      <p:sp>
        <p:nvSpPr>
          <p:cNvPr id="45" name="Text 43"/>
          <p:cNvSpPr/>
          <p:nvPr/>
        </p:nvSpPr>
        <p:spPr>
          <a:xfrm>
            <a:off x="2033451" y="4889282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 (large → small)  →  Prune (remove redundancy)  →  Quantize (INT8)  →  Deploy</a:t>
            </a:r>
            <a:endParaRPr lang="en-US" sz="1200"/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BB2D4487-81DA-0705-C201-B0D7B5CF8859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47" name="Text 38">
            <a:extLst>
              <a:ext uri="{FF2B5EF4-FFF2-40B4-BE49-F238E27FC236}">
                <a16:creationId xmlns:a16="http://schemas.microsoft.com/office/drawing/2014/main" id="{A7DE78A7-96FF-20FA-2455-6D11D2E530E9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19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19· LLM QUANTIZATION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20914" y="597263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GGUF, GPTQ, and AWQ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11086" y="1254760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Three dominant formats for quantizing large language models. Each targets a different hardware path and trade-off between speed, quality, and ease of use.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2068285" y="21590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205445" y="2277872"/>
            <a:ext cx="457200" cy="45720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05445" y="227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2781517" y="229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GGUF</a:t>
            </a:r>
            <a:endParaRPr lang="en-US" sz="1600"/>
          </a:p>
        </p:txBody>
      </p:sp>
      <p:sp>
        <p:nvSpPr>
          <p:cNvPr id="11" name="Text 9"/>
          <p:cNvSpPr/>
          <p:nvPr/>
        </p:nvSpPr>
        <p:spPr>
          <a:xfrm>
            <a:off x="2781517" y="258876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format</a:t>
            </a:r>
            <a:endParaRPr lang="en-US" sz="900"/>
          </a:p>
        </p:txBody>
      </p:sp>
      <p:sp>
        <p:nvSpPr>
          <p:cNvPr id="12" name="Shape 10"/>
          <p:cNvSpPr/>
          <p:nvPr/>
        </p:nvSpPr>
        <p:spPr>
          <a:xfrm>
            <a:off x="2232877" y="3009392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79181" y="293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LLMs on CPU &amp; Apple Silicon</a:t>
            </a:r>
            <a:endParaRPr lang="en-US" sz="900"/>
          </a:p>
        </p:txBody>
      </p:sp>
      <p:sp>
        <p:nvSpPr>
          <p:cNvPr id="14" name="Shape 12"/>
          <p:cNvSpPr/>
          <p:nvPr/>
        </p:nvSpPr>
        <p:spPr>
          <a:xfrm>
            <a:off x="2232877" y="3356864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379181" y="3283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Replaced GGML — single-file format</a:t>
            </a:r>
            <a:endParaRPr lang="en-US" sz="900"/>
          </a:p>
        </p:txBody>
      </p:sp>
      <p:sp>
        <p:nvSpPr>
          <p:cNvPr id="16" name="Shape 14"/>
          <p:cNvSpPr/>
          <p:nvPr/>
        </p:nvSpPr>
        <p:spPr>
          <a:xfrm>
            <a:off x="2232877" y="3704336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379181" y="36311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to Q8 + K-quant variants</a:t>
            </a:r>
            <a:endParaRPr lang="en-US" sz="900"/>
          </a:p>
        </p:txBody>
      </p:sp>
      <p:sp>
        <p:nvSpPr>
          <p:cNvPr id="18" name="Shape 16"/>
          <p:cNvSpPr/>
          <p:nvPr/>
        </p:nvSpPr>
        <p:spPr>
          <a:xfrm>
            <a:off x="2232877" y="4051808"/>
            <a:ext cx="91440" cy="91440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2379181" y="39786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 for local inference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2232877" y="43992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750"/>
          </a:p>
        </p:txBody>
      </p:sp>
      <p:sp>
        <p:nvSpPr>
          <p:cNvPr id="21" name="Text 19"/>
          <p:cNvSpPr/>
          <p:nvPr/>
        </p:nvSpPr>
        <p:spPr>
          <a:xfrm>
            <a:off x="2232877" y="4563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LLMs locally on laptops, Macs, or CPUs without a dedicated GPU.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4857205" y="21590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994365" y="2277872"/>
            <a:ext cx="457200" cy="45720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94365" y="227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5570437" y="229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GPTQ</a:t>
            </a:r>
            <a:endParaRPr lang="en-US" sz="1600"/>
          </a:p>
        </p:txBody>
      </p:sp>
      <p:sp>
        <p:nvSpPr>
          <p:cNvPr id="26" name="Text 24"/>
          <p:cNvSpPr/>
          <p:nvPr/>
        </p:nvSpPr>
        <p:spPr>
          <a:xfrm>
            <a:off x="5570437" y="258876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Post-training, GPU-focused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5021797" y="3009392"/>
            <a:ext cx="91440" cy="9144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68101" y="293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Layer-by-layer using Hessian info</a:t>
            </a:r>
            <a:endParaRPr lang="en-US" sz="900"/>
          </a:p>
        </p:txBody>
      </p:sp>
      <p:sp>
        <p:nvSpPr>
          <p:cNvPr id="29" name="Shape 27"/>
          <p:cNvSpPr/>
          <p:nvPr/>
        </p:nvSpPr>
        <p:spPr>
          <a:xfrm>
            <a:off x="5021797" y="3356864"/>
            <a:ext cx="91440" cy="9144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168101" y="3283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4-bit (W4A16)</a:t>
            </a:r>
            <a:endParaRPr lang="en-US" sz="900"/>
          </a:p>
        </p:txBody>
      </p:sp>
      <p:sp>
        <p:nvSpPr>
          <p:cNvPr id="31" name="Shape 29"/>
          <p:cNvSpPr/>
          <p:nvPr/>
        </p:nvSpPr>
        <p:spPr>
          <a:xfrm>
            <a:off x="5021797" y="3704336"/>
            <a:ext cx="91440" cy="9144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168101" y="36311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calibration data (~128 samples)</a:t>
            </a:r>
            <a:endParaRPr lang="en-US" sz="900"/>
          </a:p>
        </p:txBody>
      </p:sp>
      <p:sp>
        <p:nvSpPr>
          <p:cNvPr id="33" name="Shape 31"/>
          <p:cNvSpPr/>
          <p:nvPr/>
        </p:nvSpPr>
        <p:spPr>
          <a:xfrm>
            <a:off x="5021797" y="4051808"/>
            <a:ext cx="91440" cy="91440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168101" y="39786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via AutoGPTQ library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5021797" y="43992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750"/>
          </a:p>
        </p:txBody>
      </p:sp>
      <p:sp>
        <p:nvSpPr>
          <p:cNvPr id="36" name="Text 34"/>
          <p:cNvSpPr/>
          <p:nvPr/>
        </p:nvSpPr>
        <p:spPr>
          <a:xfrm>
            <a:off x="5021797" y="4563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LLMs on NVIDIA GPUs where you need maximum compression with good quality.</a:t>
            </a:r>
            <a:endParaRPr lang="en-US" sz="850"/>
          </a:p>
        </p:txBody>
      </p:sp>
      <p:sp>
        <p:nvSpPr>
          <p:cNvPr id="37" name="Shape 35"/>
          <p:cNvSpPr/>
          <p:nvPr/>
        </p:nvSpPr>
        <p:spPr>
          <a:xfrm>
            <a:off x="7646125" y="2159000"/>
            <a:ext cx="2606040" cy="2834640"/>
          </a:xfrm>
          <a:prstGeom prst="roundRect">
            <a:avLst>
              <a:gd name="adj" fmla="val 280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7783285" y="2277872"/>
            <a:ext cx="457200" cy="45720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783285" y="22778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00"/>
          </a:p>
        </p:txBody>
      </p:sp>
      <p:sp>
        <p:nvSpPr>
          <p:cNvPr id="40" name="Text 38"/>
          <p:cNvSpPr/>
          <p:nvPr/>
        </p:nvSpPr>
        <p:spPr>
          <a:xfrm>
            <a:off x="8359357" y="2296160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</a:t>
            </a:r>
            <a:endParaRPr lang="en-US" sz="1600"/>
          </a:p>
        </p:txBody>
      </p:sp>
      <p:sp>
        <p:nvSpPr>
          <p:cNvPr id="41" name="Text 39"/>
          <p:cNvSpPr/>
          <p:nvPr/>
        </p:nvSpPr>
        <p:spPr>
          <a:xfrm>
            <a:off x="8359357" y="2588768"/>
            <a:ext cx="1737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B5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Activation-aware weights</a:t>
            </a:r>
            <a:endParaRPr lang="en-US" sz="900"/>
          </a:p>
        </p:txBody>
      </p:sp>
      <p:sp>
        <p:nvSpPr>
          <p:cNvPr id="42" name="Shape 40"/>
          <p:cNvSpPr/>
          <p:nvPr/>
        </p:nvSpPr>
        <p:spPr>
          <a:xfrm>
            <a:off x="7810717" y="3009392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957021" y="29362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salient 1% of weights</a:t>
            </a:r>
            <a:endParaRPr lang="en-US" sz="900"/>
          </a:p>
        </p:txBody>
      </p:sp>
      <p:sp>
        <p:nvSpPr>
          <p:cNvPr id="44" name="Shape 42"/>
          <p:cNvSpPr/>
          <p:nvPr/>
        </p:nvSpPr>
        <p:spPr>
          <a:xfrm>
            <a:off x="7810717" y="3356864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957021" y="32837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4-bit, faster than GPTQ to quantize</a:t>
            </a:r>
            <a:endParaRPr lang="en-US" sz="900"/>
          </a:p>
        </p:txBody>
      </p:sp>
      <p:sp>
        <p:nvSpPr>
          <p:cNvPr id="46" name="Shape 44"/>
          <p:cNvSpPr/>
          <p:nvPr/>
        </p:nvSpPr>
        <p:spPr>
          <a:xfrm>
            <a:off x="7810717" y="3704336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957021" y="3631184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better quality than GPTQ</a:t>
            </a:r>
            <a:endParaRPr lang="en-US" sz="900"/>
          </a:p>
        </p:txBody>
      </p:sp>
      <p:sp>
        <p:nvSpPr>
          <p:cNvPr id="48" name="Shape 46"/>
          <p:cNvSpPr/>
          <p:nvPr/>
        </p:nvSpPr>
        <p:spPr>
          <a:xfrm>
            <a:off x="7810717" y="4051808"/>
            <a:ext cx="91440" cy="91440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957021" y="3978656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by vLLM &amp; HuggingFace</a:t>
            </a:r>
            <a:endParaRPr lang="en-US" sz="900"/>
          </a:p>
        </p:txBody>
      </p:sp>
      <p:sp>
        <p:nvSpPr>
          <p:cNvPr id="50" name="Text 48"/>
          <p:cNvSpPr/>
          <p:nvPr/>
        </p:nvSpPr>
        <p:spPr>
          <a:xfrm>
            <a:off x="7810717" y="4399280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750"/>
          </a:p>
        </p:txBody>
      </p:sp>
      <p:sp>
        <p:nvSpPr>
          <p:cNvPr id="51" name="Text 49"/>
          <p:cNvSpPr/>
          <p:nvPr/>
        </p:nvSpPr>
        <p:spPr>
          <a:xfrm>
            <a:off x="7810717" y="45638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GPU serving where you want the best quality-per-bit at 4-bit precision.</a:t>
            </a:r>
            <a:endParaRPr lang="en-US" sz="850"/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09A82FAF-BA64-7723-BE00-C96AD331D5A8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53" name="Text 38">
            <a:extLst>
              <a:ext uri="{FF2B5EF4-FFF2-40B4-BE49-F238E27FC236}">
                <a16:creationId xmlns:a16="http://schemas.microsoft.com/office/drawing/2014/main" id="{69E9035F-E0F1-93B5-94A7-9FF460460D31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840549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99291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20 · KEY CONCEPTS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727891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Quantization Notation and </a:t>
            </a:r>
            <a:r>
              <a:rPr lang="en-US" sz="2800" b="1" err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QLoRA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531257" y="1486989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WxAy shorthand used across LLM quantization, and how QLoRA enables fine-tuning of quantized models.</a:t>
            </a:r>
            <a:endParaRPr lang="en-US" sz="1200"/>
          </a:p>
        </p:txBody>
      </p:sp>
      <p:sp>
        <p:nvSpPr>
          <p:cNvPr id="7" name="Text 5"/>
          <p:cNvSpPr/>
          <p:nvPr/>
        </p:nvSpPr>
        <p:spPr>
          <a:xfrm>
            <a:off x="1756229" y="2180771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NOTATION</a:t>
            </a:r>
            <a:endParaRPr lang="en-US" sz="1000"/>
          </a:p>
        </p:txBody>
      </p:sp>
      <p:sp>
        <p:nvSpPr>
          <p:cNvPr id="8" name="Text 6"/>
          <p:cNvSpPr/>
          <p:nvPr/>
        </p:nvSpPr>
        <p:spPr>
          <a:xfrm>
            <a:off x="1756229" y="2409371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WxAy = x-bit weights, y-bit activations</a:t>
            </a:r>
            <a:endParaRPr lang="en-US" sz="1100"/>
          </a:p>
        </p:txBody>
      </p:sp>
      <p:sp>
        <p:nvSpPr>
          <p:cNvPr id="9" name="Shape 7"/>
          <p:cNvSpPr/>
          <p:nvPr/>
        </p:nvSpPr>
        <p:spPr>
          <a:xfrm>
            <a:off x="1756229" y="2775131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939109" y="284828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087E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W8A8</a:t>
            </a:r>
            <a:endParaRPr lang="en-US" sz="1800"/>
          </a:p>
        </p:txBody>
      </p:sp>
      <p:sp>
        <p:nvSpPr>
          <p:cNvPr id="11" name="Text 9"/>
          <p:cNvSpPr/>
          <p:nvPr/>
        </p:nvSpPr>
        <p:spPr>
          <a:xfrm>
            <a:off x="2853509" y="2848283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INT8 weights + INT8 activations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1939109" y="3159179"/>
            <a:ext cx="356616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Both weights and activations are quantized to 8-bit. Used in </a:t>
            </a:r>
            <a:r>
              <a:rPr lang="en-US" sz="850" err="1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TFLite</a:t>
            </a:r>
            <a:r>
              <a:rPr lang="en-US" sz="850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850" err="1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TensorRT</a:t>
            </a:r>
            <a:r>
              <a:rPr lang="en-US" sz="850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850" err="1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OpenVINO</a:t>
            </a:r>
            <a:r>
              <a:rPr lang="en-US" sz="850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. Standard for CNNs and vision models.</a:t>
            </a:r>
          </a:p>
        </p:txBody>
      </p:sp>
      <p:sp>
        <p:nvSpPr>
          <p:cNvPr id="13" name="Shape 11"/>
          <p:cNvSpPr/>
          <p:nvPr/>
        </p:nvSpPr>
        <p:spPr>
          <a:xfrm>
            <a:off x="1756229" y="3963851"/>
            <a:ext cx="3931920" cy="1051560"/>
          </a:xfrm>
          <a:prstGeom prst="roundRect">
            <a:avLst>
              <a:gd name="adj" fmla="val 695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939109" y="4037003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6B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W4A16</a:t>
            </a:r>
            <a:endParaRPr lang="en-US" sz="1800"/>
          </a:p>
        </p:txBody>
      </p:sp>
      <p:sp>
        <p:nvSpPr>
          <p:cNvPr id="15" name="Text 13"/>
          <p:cNvSpPr/>
          <p:nvPr/>
        </p:nvSpPr>
        <p:spPr>
          <a:xfrm>
            <a:off x="2853509" y="4037003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INT4 weights + FP16 activations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1939109" y="4347899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weights are quantized. Activations stay in FP16 because LLM activations have massive outliers that break INT8. Used by GPTQ, AWQ, GGUF. Standard for LLMs.</a:t>
            </a:r>
            <a:endParaRPr lang="en-US" sz="850"/>
          </a:p>
        </p:txBody>
      </p:sp>
      <p:sp>
        <p:nvSpPr>
          <p:cNvPr id="17" name="Shape 15"/>
          <p:cNvSpPr/>
          <p:nvPr/>
        </p:nvSpPr>
        <p:spPr>
          <a:xfrm>
            <a:off x="6082937" y="2180771"/>
            <a:ext cx="3902892" cy="3444240"/>
          </a:xfrm>
          <a:prstGeom prst="roundRect">
            <a:avLst>
              <a:gd name="adj" fmla="val 2581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191069" y="2299643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191069" y="2299643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1800"/>
          </a:p>
        </p:txBody>
      </p:sp>
      <p:sp>
        <p:nvSpPr>
          <p:cNvPr id="20" name="Text 18"/>
          <p:cNvSpPr/>
          <p:nvPr/>
        </p:nvSpPr>
        <p:spPr>
          <a:xfrm>
            <a:off x="6767141" y="2317931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</a:t>
            </a:r>
            <a:endParaRPr lang="en-US" sz="1800"/>
          </a:p>
        </p:txBody>
      </p:sp>
      <p:sp>
        <p:nvSpPr>
          <p:cNvPr id="21" name="Text 19"/>
          <p:cNvSpPr/>
          <p:nvPr/>
        </p:nvSpPr>
        <p:spPr>
          <a:xfrm>
            <a:off x="6767141" y="2610539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quantized LLMs</a:t>
            </a:r>
            <a:endParaRPr lang="en-US" sz="950"/>
          </a:p>
        </p:txBody>
      </p:sp>
      <p:sp>
        <p:nvSpPr>
          <p:cNvPr id="22" name="Shape 20"/>
          <p:cNvSpPr/>
          <p:nvPr/>
        </p:nvSpPr>
        <p:spPr>
          <a:xfrm>
            <a:off x="6328229" y="2958011"/>
            <a:ext cx="3383280" cy="438912"/>
          </a:xfrm>
          <a:prstGeom prst="roundRect">
            <a:avLst>
              <a:gd name="adj" fmla="val 10417"/>
            </a:avLst>
          </a:prstGeom>
          <a:solidFill>
            <a:srgbClr val="2E4A63"/>
          </a:solidFill>
          <a:ln w="12700">
            <a:solidFill>
              <a:srgbClr val="087E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65389" y="2976299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base model</a:t>
            </a:r>
            <a:endParaRPr lang="en-US" sz="1000"/>
          </a:p>
        </p:txBody>
      </p:sp>
      <p:sp>
        <p:nvSpPr>
          <p:cNvPr id="24" name="Text 22"/>
          <p:cNvSpPr/>
          <p:nvPr/>
        </p:nvSpPr>
        <p:spPr>
          <a:xfrm>
            <a:off x="6465389" y="3177467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Frozen, NF4 quantized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7791269" y="3342059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/>
          </a:p>
        </p:txBody>
      </p:sp>
      <p:sp>
        <p:nvSpPr>
          <p:cNvPr id="26" name="Shape 24"/>
          <p:cNvSpPr/>
          <p:nvPr/>
        </p:nvSpPr>
        <p:spPr>
          <a:xfrm>
            <a:off x="6328229" y="3524939"/>
            <a:ext cx="3383280" cy="438912"/>
          </a:xfrm>
          <a:prstGeom prst="roundRect">
            <a:avLst>
              <a:gd name="adj" fmla="val 10417"/>
            </a:avLst>
          </a:prstGeom>
          <a:solidFill>
            <a:srgbClr val="2E4A63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65389" y="3543227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LoRA adapters</a:t>
            </a:r>
            <a:endParaRPr lang="en-US" sz="1000"/>
          </a:p>
        </p:txBody>
      </p:sp>
      <p:sp>
        <p:nvSpPr>
          <p:cNvPr id="28" name="Text 26"/>
          <p:cNvSpPr/>
          <p:nvPr/>
        </p:nvSpPr>
        <p:spPr>
          <a:xfrm>
            <a:off x="6465389" y="3744395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Trainable, FP16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7791269" y="3908987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/>
          </a:p>
        </p:txBody>
      </p:sp>
      <p:sp>
        <p:nvSpPr>
          <p:cNvPr id="30" name="Shape 28"/>
          <p:cNvSpPr/>
          <p:nvPr/>
        </p:nvSpPr>
        <p:spPr>
          <a:xfrm>
            <a:off x="6328229" y="4091867"/>
            <a:ext cx="3383280" cy="438912"/>
          </a:xfrm>
          <a:prstGeom prst="roundRect">
            <a:avLst>
              <a:gd name="adj" fmla="val 10417"/>
            </a:avLst>
          </a:prstGeom>
          <a:solidFill>
            <a:srgbClr val="2E4A63"/>
          </a:solidFill>
          <a:ln w="12700">
            <a:solidFill>
              <a:srgbClr val="F4B4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465389" y="4110155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model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6465389" y="4311323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&amp; deploy</a:t>
            </a:r>
            <a:endParaRPr lang="en-US" sz="850"/>
          </a:p>
        </p:txBody>
      </p:sp>
      <p:sp>
        <p:nvSpPr>
          <p:cNvPr id="33" name="Text 31"/>
          <p:cNvSpPr/>
          <p:nvPr/>
        </p:nvSpPr>
        <p:spPr>
          <a:xfrm>
            <a:off x="6207760" y="4730931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750"/>
          </a:p>
        </p:txBody>
      </p:sp>
      <p:sp>
        <p:nvSpPr>
          <p:cNvPr id="34" name="Text 32"/>
          <p:cNvSpPr/>
          <p:nvPr/>
        </p:nvSpPr>
        <p:spPr>
          <a:xfrm>
            <a:off x="6251303" y="4899297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65B model on a single 24GB GPU. Without QLoRA, you'd need 260GB+ of VRAM.</a:t>
            </a:r>
            <a:endParaRPr lang="en-US" sz="900"/>
          </a:p>
        </p:txBody>
      </p:sp>
      <p:sp>
        <p:nvSpPr>
          <p:cNvPr id="6" name="Text 39">
            <a:extLst>
              <a:ext uri="{FF2B5EF4-FFF2-40B4-BE49-F238E27FC236}">
                <a16:creationId xmlns:a16="http://schemas.microsoft.com/office/drawing/2014/main" id="{A20ABA42-410A-4AB4-6D5F-B1B7987E861B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36" name="Text 38">
            <a:extLst>
              <a:ext uri="{FF2B5EF4-FFF2-40B4-BE49-F238E27FC236}">
                <a16:creationId xmlns:a16="http://schemas.microsoft.com/office/drawing/2014/main" id="{7B006B86-B7A1-CFA6-3170-E34BF38A34CA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27745452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81577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21 · PRODUCTION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TensorRT and OpenVINO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1255485" y="1254760"/>
            <a:ext cx="77724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00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Two major inference optimization toolkits that take a trained model, quantize it, and deploy it for maximum throughput on target hardware.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5" name="Text 3"/>
          <p:cNvSpPr/>
          <p:nvPr/>
        </p:nvSpPr>
        <p:spPr>
          <a:xfrm>
            <a:off x="1705428" y="5509623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800"/>
          </a:p>
        </p:txBody>
      </p:sp>
      <p:sp>
        <p:nvSpPr>
          <p:cNvPr id="6" name="Text 4"/>
          <p:cNvSpPr/>
          <p:nvPr/>
        </p:nvSpPr>
        <p:spPr>
          <a:xfrm>
            <a:off x="9477828" y="5509623"/>
            <a:ext cx="457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/>
          </a:p>
        </p:txBody>
      </p:sp>
      <p:sp>
        <p:nvSpPr>
          <p:cNvPr id="7" name="Shape 5"/>
          <p:cNvSpPr/>
          <p:nvPr/>
        </p:nvSpPr>
        <p:spPr>
          <a:xfrm>
            <a:off x="1589314" y="1912257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1726474" y="2031129"/>
            <a:ext cx="457200" cy="45720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726474" y="203112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/>
          </a:p>
        </p:txBody>
      </p:sp>
      <p:sp>
        <p:nvSpPr>
          <p:cNvPr id="10" name="Text 8"/>
          <p:cNvSpPr/>
          <p:nvPr/>
        </p:nvSpPr>
        <p:spPr>
          <a:xfrm>
            <a:off x="2302546" y="2049417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TensorRT</a:t>
            </a:r>
            <a:endParaRPr lang="en-US" sz="1500"/>
          </a:p>
        </p:txBody>
      </p:sp>
      <p:sp>
        <p:nvSpPr>
          <p:cNvPr id="11" name="Text 9"/>
          <p:cNvSpPr/>
          <p:nvPr/>
        </p:nvSpPr>
        <p:spPr>
          <a:xfrm>
            <a:off x="2302546" y="2342025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inference on NVIDIA GPUs</a:t>
            </a:r>
            <a:endParaRPr lang="en-US" sz="950"/>
          </a:p>
        </p:txBody>
      </p:sp>
      <p:sp>
        <p:nvSpPr>
          <p:cNvPr id="12" name="Text 10"/>
          <p:cNvSpPr/>
          <p:nvPr/>
        </p:nvSpPr>
        <p:spPr>
          <a:xfrm>
            <a:off x="1772194" y="2643777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900"/>
          </a:p>
        </p:txBody>
      </p:sp>
      <p:sp>
        <p:nvSpPr>
          <p:cNvPr id="13" name="Text 11"/>
          <p:cNvSpPr/>
          <p:nvPr/>
        </p:nvSpPr>
        <p:spPr>
          <a:xfrm>
            <a:off x="2823754" y="2643777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inference optimizer + runtime</a:t>
            </a:r>
            <a:endParaRPr lang="en-US" sz="900"/>
          </a:p>
        </p:txBody>
      </p:sp>
      <p:sp>
        <p:nvSpPr>
          <p:cNvPr id="14" name="Text 12"/>
          <p:cNvSpPr/>
          <p:nvPr/>
        </p:nvSpPr>
        <p:spPr>
          <a:xfrm>
            <a:off x="1772194" y="2963817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900"/>
          </a:p>
        </p:txBody>
      </p:sp>
      <p:sp>
        <p:nvSpPr>
          <p:cNvPr id="15" name="Text 13"/>
          <p:cNvSpPr/>
          <p:nvPr/>
        </p:nvSpPr>
        <p:spPr>
          <a:xfrm>
            <a:off x="2823754" y="2963817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ONNX, TF, PyTorch models</a:t>
            </a:r>
            <a:endParaRPr lang="en-US" sz="900"/>
          </a:p>
        </p:txBody>
      </p:sp>
      <p:sp>
        <p:nvSpPr>
          <p:cNvPr id="16" name="Text 14"/>
          <p:cNvSpPr/>
          <p:nvPr/>
        </p:nvSpPr>
        <p:spPr>
          <a:xfrm>
            <a:off x="1772194" y="3283857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Optimizations:</a:t>
            </a:r>
            <a:endParaRPr lang="en-US" sz="900"/>
          </a:p>
        </p:txBody>
      </p:sp>
      <p:sp>
        <p:nvSpPr>
          <p:cNvPr id="17" name="Text 15"/>
          <p:cNvSpPr/>
          <p:nvPr/>
        </p:nvSpPr>
        <p:spPr>
          <a:xfrm>
            <a:off x="2823754" y="3283857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fusion, kernel tuning, FP16/INT8/FP8</a:t>
            </a:r>
            <a:endParaRPr lang="en-US" sz="900"/>
          </a:p>
        </p:txBody>
      </p:sp>
      <p:sp>
        <p:nvSpPr>
          <p:cNvPr id="18" name="Text 16"/>
          <p:cNvSpPr/>
          <p:nvPr/>
        </p:nvSpPr>
        <p:spPr>
          <a:xfrm>
            <a:off x="1772194" y="3603897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00"/>
          </a:p>
        </p:txBody>
      </p:sp>
      <p:sp>
        <p:nvSpPr>
          <p:cNvPr id="19" name="Text 17"/>
          <p:cNvSpPr/>
          <p:nvPr/>
        </p:nvSpPr>
        <p:spPr>
          <a:xfrm>
            <a:off x="2823754" y="3603897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TensorRT engine (.plan / .trt)</a:t>
            </a:r>
            <a:endParaRPr lang="en-US" sz="900"/>
          </a:p>
        </p:txBody>
      </p:sp>
      <p:sp>
        <p:nvSpPr>
          <p:cNvPr id="20" name="Text 18"/>
          <p:cNvSpPr/>
          <p:nvPr/>
        </p:nvSpPr>
        <p:spPr>
          <a:xfrm>
            <a:off x="1772194" y="3923937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750"/>
          </a:p>
        </p:txBody>
      </p:sp>
      <p:sp>
        <p:nvSpPr>
          <p:cNvPr id="21" name="Text 19"/>
          <p:cNvSpPr/>
          <p:nvPr/>
        </p:nvSpPr>
        <p:spPr>
          <a:xfrm>
            <a:off x="1772194" y="4088529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CNNs, detection, or LLMs on NVIDIA GPUs (data center or Jetson edge).</a:t>
            </a:r>
            <a:endParaRPr lang="en-US" sz="850"/>
          </a:p>
        </p:txBody>
      </p:sp>
      <p:sp>
        <p:nvSpPr>
          <p:cNvPr id="22" name="Shape 20"/>
          <p:cNvSpPr/>
          <p:nvPr/>
        </p:nvSpPr>
        <p:spPr>
          <a:xfrm>
            <a:off x="5978434" y="1912257"/>
            <a:ext cx="3840480" cy="2560320"/>
          </a:xfrm>
          <a:prstGeom prst="roundRect">
            <a:avLst>
              <a:gd name="adj" fmla="val 2857"/>
            </a:avLst>
          </a:prstGeom>
          <a:solidFill>
            <a:srgbClr val="0B39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115594" y="2031129"/>
            <a:ext cx="457200" cy="457200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15594" y="2031129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endParaRPr lang="en-US" sz="1800"/>
          </a:p>
        </p:txBody>
      </p:sp>
      <p:sp>
        <p:nvSpPr>
          <p:cNvPr id="25" name="Text 23"/>
          <p:cNvSpPr/>
          <p:nvPr/>
        </p:nvSpPr>
        <p:spPr>
          <a:xfrm>
            <a:off x="6691666" y="2049417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OpenVINO</a:t>
            </a:r>
            <a:endParaRPr lang="en-US" sz="1500"/>
          </a:p>
        </p:txBody>
      </p:sp>
      <p:sp>
        <p:nvSpPr>
          <p:cNvPr id="26" name="Text 24"/>
          <p:cNvSpPr/>
          <p:nvPr/>
        </p:nvSpPr>
        <p:spPr>
          <a:xfrm>
            <a:off x="6691666" y="2342025"/>
            <a:ext cx="2926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>
                <a:solidFill>
                  <a:srgbClr val="3498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inference on Intel hardware</a:t>
            </a:r>
            <a:endParaRPr lang="en-US" sz="950"/>
          </a:p>
        </p:txBody>
      </p:sp>
      <p:sp>
        <p:nvSpPr>
          <p:cNvPr id="27" name="Text 25"/>
          <p:cNvSpPr/>
          <p:nvPr/>
        </p:nvSpPr>
        <p:spPr>
          <a:xfrm>
            <a:off x="6161314" y="2643777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What:</a:t>
            </a:r>
            <a:endParaRPr lang="en-US" sz="900"/>
          </a:p>
        </p:txBody>
      </p:sp>
      <p:sp>
        <p:nvSpPr>
          <p:cNvPr id="28" name="Text 26"/>
          <p:cNvSpPr/>
          <p:nvPr/>
        </p:nvSpPr>
        <p:spPr>
          <a:xfrm>
            <a:off x="7212874" y="2643777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Intel's inference toolkit + NNCF library</a:t>
            </a:r>
            <a:endParaRPr lang="en-US" sz="900"/>
          </a:p>
        </p:txBody>
      </p:sp>
      <p:sp>
        <p:nvSpPr>
          <p:cNvPr id="29" name="Text 27"/>
          <p:cNvSpPr/>
          <p:nvPr/>
        </p:nvSpPr>
        <p:spPr>
          <a:xfrm>
            <a:off x="6161314" y="2963817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</a:t>
            </a:r>
            <a:endParaRPr lang="en-US" sz="900"/>
          </a:p>
        </p:txBody>
      </p:sp>
      <p:sp>
        <p:nvSpPr>
          <p:cNvPr id="30" name="Text 28"/>
          <p:cNvSpPr/>
          <p:nvPr/>
        </p:nvSpPr>
        <p:spPr>
          <a:xfrm>
            <a:off x="7212874" y="2963817"/>
            <a:ext cx="242316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ONNX, TF, PyTorch,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161314" y="3283857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Optimizations:</a:t>
            </a:r>
            <a:endParaRPr lang="en-US" sz="900"/>
          </a:p>
        </p:txBody>
      </p:sp>
      <p:sp>
        <p:nvSpPr>
          <p:cNvPr id="32" name="Text 30"/>
          <p:cNvSpPr/>
          <p:nvPr/>
        </p:nvSpPr>
        <p:spPr>
          <a:xfrm>
            <a:off x="7212874" y="3283857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PTQ via NNCF, INT8/INT4, graph opts</a:t>
            </a:r>
            <a:endParaRPr lang="en-US" sz="900"/>
          </a:p>
        </p:txBody>
      </p:sp>
      <p:sp>
        <p:nvSpPr>
          <p:cNvPr id="33" name="Text 31"/>
          <p:cNvSpPr/>
          <p:nvPr/>
        </p:nvSpPr>
        <p:spPr>
          <a:xfrm>
            <a:off x="6161314" y="3603897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900"/>
          </a:p>
        </p:txBody>
      </p:sp>
      <p:sp>
        <p:nvSpPr>
          <p:cNvPr id="34" name="Text 32"/>
          <p:cNvSpPr/>
          <p:nvPr/>
        </p:nvSpPr>
        <p:spPr>
          <a:xfrm>
            <a:off x="7212874" y="3603897"/>
            <a:ext cx="2423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FB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OpenVINO IR format (.xml + .bin)</a:t>
            </a:r>
            <a:endParaRPr lang="en-US" sz="900"/>
          </a:p>
        </p:txBody>
      </p:sp>
      <p:sp>
        <p:nvSpPr>
          <p:cNvPr id="35" name="Text 33"/>
          <p:cNvSpPr/>
          <p:nvPr/>
        </p:nvSpPr>
        <p:spPr>
          <a:xfrm>
            <a:off x="6161314" y="3923937"/>
            <a:ext cx="18288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>
                <a:solidFill>
                  <a:srgbClr val="F4B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</a:t>
            </a:r>
            <a:endParaRPr lang="en-US" sz="750"/>
          </a:p>
        </p:txBody>
      </p:sp>
      <p:sp>
        <p:nvSpPr>
          <p:cNvPr id="36" name="Text 34"/>
          <p:cNvSpPr/>
          <p:nvPr/>
        </p:nvSpPr>
        <p:spPr>
          <a:xfrm>
            <a:off x="6161314" y="4088529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Deploying on Intel CPUs, integrated GPUs, or Intel NPUs (most laptops / servers).</a:t>
            </a:r>
            <a:endParaRPr lang="en-US" sz="85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727258"/>
              </p:ext>
            </p:extLst>
          </p:nvPr>
        </p:nvGraphicFramePr>
        <p:xfrm>
          <a:off x="1705428" y="4753428"/>
          <a:ext cx="8622512" cy="1304825"/>
        </p:xfrm>
        <a:graphic>
          <a:graphicData uri="http://schemas.openxmlformats.org/drawingml/2006/table">
            <a:tbl>
              <a:tblPr/>
              <a:tblGrid>
                <a:gridCol w="19161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95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7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353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09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Target Hardware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Best Tool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Model Format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>
                          <a:solidFill>
                            <a:srgbClr val="FFFFFF"/>
                          </a:solidFill>
                        </a:rPr>
                        <a:t>Typical Precision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7E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9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NVIDIA GPU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2ECC71"/>
                          </a:solidFill>
                        </a:rPr>
                        <a:t>TensorRT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ONNX → .plan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FP16 / INT8 / FP8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9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Intel CPU / iGPU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3498DB"/>
                          </a:solidFill>
                        </a:rPr>
                        <a:t>OpenVINO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ONNX → IR (.xml)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INT8 / INT4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9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Edge TPU / Mobile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087E8B"/>
                          </a:solidFill>
                        </a:rPr>
                        <a:t>TFLite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SavedModel → .tflite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INT8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96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132436"/>
                          </a:solidFill>
                        </a:rPr>
                        <a:t>CPU / Mac (LLMs)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9B59B6"/>
                          </a:solidFill>
                        </a:rPr>
                        <a:t>llama.cpp (GGUF)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HF → .gguf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>
                          <a:solidFill>
                            <a:srgbClr val="5B6B7A"/>
                          </a:solidFill>
                        </a:rPr>
                        <a:t>Q4_K_M / Q5_K_S</a:t>
                      </a:r>
                      <a:endParaRPr lang="en-US" sz="900"/>
                    </a:p>
                  </a:txBody>
                  <a:tcPr marL="63500" marR="63500" marT="38100" marB="38100">
                    <a:lnL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6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E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9" name="Text 39">
            <a:extLst>
              <a:ext uri="{FF2B5EF4-FFF2-40B4-BE49-F238E27FC236}">
                <a16:creationId xmlns:a16="http://schemas.microsoft.com/office/drawing/2014/main" id="{B9E16C84-3A67-3B1A-4232-D7F6BF6CB386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B8E33B56-3464-83D6-39EE-B538B98C1A3F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22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45720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22 · REFERENCES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32436"/>
                </a:solidFill>
                <a:latin typeface="Bookman Old Style"/>
                <a:ea typeface="Bookman Old Style" pitchFamily="34" charset="-122"/>
                <a:cs typeface="Bookman Old Style" pitchFamily="34" charset="-120"/>
              </a:rPr>
              <a:t>References &amp; Further Reading</a:t>
            </a:r>
            <a:endParaRPr lang="en-US" sz="2800">
              <a:latin typeface="Bookman Old Style"/>
              <a:ea typeface="Calibri"/>
              <a:cs typeface="Calibri"/>
            </a:endParaRPr>
          </a:p>
        </p:txBody>
      </p:sp>
      <p:sp>
        <p:nvSpPr>
          <p:cNvPr id="4" name="Text 2"/>
          <p:cNvSpPr/>
          <p:nvPr/>
        </p:nvSpPr>
        <p:spPr>
          <a:xfrm>
            <a:off x="2090057" y="1522549"/>
            <a:ext cx="365760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 b="1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PAPERS and LECTURES</a:t>
            </a:r>
            <a:endParaRPr lang="en-US" sz="900"/>
          </a:p>
        </p:txBody>
      </p:sp>
      <p:sp>
        <p:nvSpPr>
          <p:cNvPr id="5" name="Shape 3"/>
          <p:cNvSpPr/>
          <p:nvPr/>
        </p:nvSpPr>
        <p:spPr>
          <a:xfrm>
            <a:off x="2135777" y="1851733"/>
            <a:ext cx="73152" cy="73152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91225" y="1760293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Quantization and Training of Neural Networks for Efficient Integer-Arithmetic-Only Inference</a:t>
            </a:r>
            <a:endParaRPr lang="en-US" sz="850"/>
          </a:p>
        </p:txBody>
      </p:sp>
      <p:sp>
        <p:nvSpPr>
          <p:cNvPr id="7" name="Text 5"/>
          <p:cNvSpPr/>
          <p:nvPr/>
        </p:nvSpPr>
        <p:spPr>
          <a:xfrm>
            <a:off x="2291225" y="1961461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Jacob et al., 2018 — Google's foundational INT8 quantization paper</a:t>
            </a:r>
          </a:p>
        </p:txBody>
      </p:sp>
      <p:sp>
        <p:nvSpPr>
          <p:cNvPr id="8" name="Shape 6"/>
          <p:cNvSpPr/>
          <p:nvPr/>
        </p:nvSpPr>
        <p:spPr>
          <a:xfrm>
            <a:off x="2135777" y="2290645"/>
            <a:ext cx="73152" cy="73152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291225" y="2199205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GPTQ: Accurate Post-Training Quantization for Generative Pre-trained Transformers</a:t>
            </a:r>
            <a:endParaRPr lang="en-US" sz="850"/>
          </a:p>
        </p:txBody>
      </p:sp>
      <p:sp>
        <p:nvSpPr>
          <p:cNvPr id="10" name="Text 8"/>
          <p:cNvSpPr/>
          <p:nvPr/>
        </p:nvSpPr>
        <p:spPr>
          <a:xfrm>
            <a:off x="2291225" y="2400373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750">
                <a:solidFill>
                  <a:srgbClr val="5B6B7A"/>
                </a:solidFill>
                <a:ea typeface="+mn-lt"/>
                <a:cs typeface="+mn-lt"/>
                <a:hlinkClick r:id="rId2"/>
              </a:rPr>
              <a:t>4-bit Quantization with GPTQ | TDS Archive</a:t>
            </a:r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135777" y="2729557"/>
            <a:ext cx="73152" cy="73152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291225" y="2638117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AWQ: Activation-Aware Weight Quantization for LLM Compression</a:t>
            </a:r>
            <a:endParaRPr lang="en-US" sz="850"/>
          </a:p>
        </p:txBody>
      </p:sp>
      <p:sp>
        <p:nvSpPr>
          <p:cNvPr id="13" name="Text 11"/>
          <p:cNvSpPr/>
          <p:nvPr/>
        </p:nvSpPr>
        <p:spPr>
          <a:xfrm>
            <a:off x="2291225" y="2839285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5B6B7A"/>
                </a:solidFill>
                <a:ea typeface="+mn-lt"/>
                <a:cs typeface="+mn-lt"/>
              </a:rPr>
              <a:t>https://arxiv.org/abs/2306.00978</a:t>
            </a:r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135777" y="3161212"/>
            <a:ext cx="73152" cy="73152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2291225" y="3077029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QLoRA: Efficient Finetuning of Quantized Language Models</a:t>
            </a:r>
            <a:endParaRPr lang="en-US" sz="850"/>
          </a:p>
        </p:txBody>
      </p:sp>
      <p:sp>
        <p:nvSpPr>
          <p:cNvPr id="16" name="Text 14"/>
          <p:cNvSpPr/>
          <p:nvPr/>
        </p:nvSpPr>
        <p:spPr>
          <a:xfrm>
            <a:off x="2291225" y="3278197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Dettmers et al., 2023 — 4-bit fine-tuning with NF4 + LoRA adapters</a:t>
            </a:r>
            <a:endParaRPr lang="en-US" sz="750"/>
          </a:p>
        </p:txBody>
      </p:sp>
      <p:sp>
        <p:nvSpPr>
          <p:cNvPr id="23" name="Shape 21"/>
          <p:cNvSpPr/>
          <p:nvPr/>
        </p:nvSpPr>
        <p:spPr>
          <a:xfrm>
            <a:off x="2135777" y="3643377"/>
            <a:ext cx="73152" cy="73152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276711" y="3580965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Distilling the Knowledge in a Neural Network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2276711" y="377487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et al., 2015 — Original knowledge distillation paper</a:t>
            </a:r>
            <a:endParaRPr lang="en-US" sz="750"/>
          </a:p>
        </p:txBody>
      </p:sp>
      <p:sp>
        <p:nvSpPr>
          <p:cNvPr id="26" name="Text 24"/>
          <p:cNvSpPr/>
          <p:nvPr/>
        </p:nvSpPr>
        <p:spPr>
          <a:xfrm>
            <a:off x="6662057" y="1522549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FF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&amp; DOCS</a:t>
            </a:r>
            <a:endParaRPr lang="en-US" sz="900"/>
          </a:p>
        </p:txBody>
      </p:sp>
      <p:sp>
        <p:nvSpPr>
          <p:cNvPr id="27" name="Shape 25"/>
          <p:cNvSpPr/>
          <p:nvPr/>
        </p:nvSpPr>
        <p:spPr>
          <a:xfrm>
            <a:off x="6707777" y="1833445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863225" y="1760293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 Quantization</a:t>
            </a:r>
            <a:endParaRPr lang="en-US" sz="850"/>
          </a:p>
        </p:txBody>
      </p:sp>
      <p:sp>
        <p:nvSpPr>
          <p:cNvPr id="29" name="Text 27"/>
          <p:cNvSpPr/>
          <p:nvPr/>
        </p:nvSpPr>
        <p:spPr>
          <a:xfrm>
            <a:off x="6863225" y="1924885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pytorch.org/docs/stable/quantization.html</a:t>
            </a:r>
            <a:endParaRPr lang="en-US" sz="700"/>
          </a:p>
        </p:txBody>
      </p:sp>
      <p:sp>
        <p:nvSpPr>
          <p:cNvPr id="30" name="Shape 28"/>
          <p:cNvSpPr/>
          <p:nvPr/>
        </p:nvSpPr>
        <p:spPr>
          <a:xfrm>
            <a:off x="6707777" y="2162629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63225" y="2089477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Lite Quantization</a:t>
            </a:r>
            <a:endParaRPr lang="en-US" sz="850"/>
          </a:p>
        </p:txBody>
      </p:sp>
      <p:sp>
        <p:nvSpPr>
          <p:cNvPr id="32" name="Text 30"/>
          <p:cNvSpPr/>
          <p:nvPr/>
        </p:nvSpPr>
        <p:spPr>
          <a:xfrm>
            <a:off x="6863225" y="2254069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tensorflow.org/lite/performance/post_training_quantization</a:t>
            </a:r>
            <a:endParaRPr lang="en-US" sz="700"/>
          </a:p>
        </p:txBody>
      </p:sp>
      <p:sp>
        <p:nvSpPr>
          <p:cNvPr id="33" name="Shape 31"/>
          <p:cNvSpPr/>
          <p:nvPr/>
        </p:nvSpPr>
        <p:spPr>
          <a:xfrm>
            <a:off x="6707777" y="2491813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863225" y="2418661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TensorRT</a:t>
            </a:r>
            <a:endParaRPr lang="en-US" sz="850"/>
          </a:p>
        </p:txBody>
      </p:sp>
      <p:sp>
        <p:nvSpPr>
          <p:cNvPr id="35" name="Text 33"/>
          <p:cNvSpPr/>
          <p:nvPr/>
        </p:nvSpPr>
        <p:spPr>
          <a:xfrm>
            <a:off x="6863225" y="2583253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developer.nvidia.com/tensorrt</a:t>
            </a:r>
            <a:endParaRPr lang="en-US" sz="700"/>
          </a:p>
        </p:txBody>
      </p:sp>
      <p:sp>
        <p:nvSpPr>
          <p:cNvPr id="36" name="Shape 34"/>
          <p:cNvSpPr/>
          <p:nvPr/>
        </p:nvSpPr>
        <p:spPr>
          <a:xfrm>
            <a:off x="6707777" y="2820997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863225" y="2747845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OpenVINO + NNCF</a:t>
            </a:r>
            <a:endParaRPr lang="en-US" sz="850"/>
          </a:p>
        </p:txBody>
      </p:sp>
      <p:sp>
        <p:nvSpPr>
          <p:cNvPr id="38" name="Text 36"/>
          <p:cNvSpPr/>
          <p:nvPr/>
        </p:nvSpPr>
        <p:spPr>
          <a:xfrm>
            <a:off x="6863225" y="2912437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docs.openvino.ai</a:t>
            </a:r>
            <a:endParaRPr lang="en-US" sz="700"/>
          </a:p>
        </p:txBody>
      </p:sp>
      <p:sp>
        <p:nvSpPr>
          <p:cNvPr id="39" name="Shape 37"/>
          <p:cNvSpPr/>
          <p:nvPr/>
        </p:nvSpPr>
        <p:spPr>
          <a:xfrm>
            <a:off x="6707777" y="3150181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863225" y="3077029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/ GGUF</a:t>
            </a:r>
            <a:endParaRPr lang="en-US" sz="850"/>
          </a:p>
        </p:txBody>
      </p:sp>
      <p:sp>
        <p:nvSpPr>
          <p:cNvPr id="41" name="Text 39"/>
          <p:cNvSpPr/>
          <p:nvPr/>
        </p:nvSpPr>
        <p:spPr>
          <a:xfrm>
            <a:off x="6863225" y="3234364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github.com/ggerganov/llama.cpp</a:t>
            </a:r>
            <a:endParaRPr lang="en-US" sz="700"/>
          </a:p>
        </p:txBody>
      </p:sp>
      <p:sp>
        <p:nvSpPr>
          <p:cNvPr id="42" name="Shape 40"/>
          <p:cNvSpPr/>
          <p:nvPr/>
        </p:nvSpPr>
        <p:spPr>
          <a:xfrm>
            <a:off x="6707777" y="3472108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63225" y="3406213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AutoGPTQ</a:t>
            </a:r>
            <a:endParaRPr lang="en-US" sz="850"/>
          </a:p>
        </p:txBody>
      </p:sp>
      <p:sp>
        <p:nvSpPr>
          <p:cNvPr id="44" name="Text 42"/>
          <p:cNvSpPr/>
          <p:nvPr/>
        </p:nvSpPr>
        <p:spPr>
          <a:xfrm>
            <a:off x="6863225" y="3570805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github.com/AutoGPTQ/AutoGPTQ</a:t>
            </a:r>
            <a:endParaRPr lang="en-US" sz="700"/>
          </a:p>
        </p:txBody>
      </p:sp>
      <p:sp>
        <p:nvSpPr>
          <p:cNvPr id="45" name="Shape 43"/>
          <p:cNvSpPr/>
          <p:nvPr/>
        </p:nvSpPr>
        <p:spPr>
          <a:xfrm>
            <a:off x="6707777" y="3808549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6863225" y="3728140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AutoAWQ</a:t>
            </a:r>
            <a:endParaRPr lang="en-US" sz="850"/>
          </a:p>
        </p:txBody>
      </p:sp>
      <p:sp>
        <p:nvSpPr>
          <p:cNvPr id="47" name="Text 45"/>
          <p:cNvSpPr/>
          <p:nvPr/>
        </p:nvSpPr>
        <p:spPr>
          <a:xfrm>
            <a:off x="6863225" y="3892732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github.com/casper-hansen/AutoAWQ</a:t>
            </a:r>
            <a:endParaRPr lang="en-US" sz="700"/>
          </a:p>
        </p:txBody>
      </p:sp>
      <p:sp>
        <p:nvSpPr>
          <p:cNvPr id="48" name="Shape 46"/>
          <p:cNvSpPr/>
          <p:nvPr/>
        </p:nvSpPr>
        <p:spPr>
          <a:xfrm>
            <a:off x="6707777" y="4130476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863225" y="4057324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bitsandbytes</a:t>
            </a:r>
            <a:endParaRPr lang="en-US" sz="850"/>
          </a:p>
        </p:txBody>
      </p:sp>
      <p:sp>
        <p:nvSpPr>
          <p:cNvPr id="50" name="Text 48"/>
          <p:cNvSpPr/>
          <p:nvPr/>
        </p:nvSpPr>
        <p:spPr>
          <a:xfrm>
            <a:off x="6863225" y="4229173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github.com/TimDettmers/bitsandbytes</a:t>
            </a:r>
            <a:endParaRPr lang="en-US" sz="700"/>
          </a:p>
        </p:txBody>
      </p:sp>
      <p:sp>
        <p:nvSpPr>
          <p:cNvPr id="51" name="Shape 49"/>
          <p:cNvSpPr/>
          <p:nvPr/>
        </p:nvSpPr>
        <p:spPr>
          <a:xfrm>
            <a:off x="6707777" y="4466917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863225" y="4393765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vLLM</a:t>
            </a:r>
            <a:endParaRPr lang="en-US" sz="850"/>
          </a:p>
        </p:txBody>
      </p:sp>
      <p:sp>
        <p:nvSpPr>
          <p:cNvPr id="53" name="Text 51"/>
          <p:cNvSpPr/>
          <p:nvPr/>
        </p:nvSpPr>
        <p:spPr>
          <a:xfrm>
            <a:off x="6863225" y="4551100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github.com/vllm-project/vllm</a:t>
            </a:r>
            <a:endParaRPr lang="en-US" sz="700"/>
          </a:p>
        </p:txBody>
      </p:sp>
      <p:sp>
        <p:nvSpPr>
          <p:cNvPr id="54" name="Shape 52"/>
          <p:cNvSpPr/>
          <p:nvPr/>
        </p:nvSpPr>
        <p:spPr>
          <a:xfrm>
            <a:off x="6707777" y="4788844"/>
            <a:ext cx="73152" cy="73152"/>
          </a:xfrm>
          <a:prstGeom prst="ellipse">
            <a:avLst/>
          </a:prstGeom>
          <a:solidFill>
            <a:srgbClr val="FF6B5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863225" y="4722949"/>
            <a:ext cx="2011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Runtime</a:t>
            </a:r>
            <a:endParaRPr lang="en-US" sz="850"/>
          </a:p>
        </p:txBody>
      </p:sp>
      <p:sp>
        <p:nvSpPr>
          <p:cNvPr id="56" name="Text 54"/>
          <p:cNvSpPr/>
          <p:nvPr/>
        </p:nvSpPr>
        <p:spPr>
          <a:xfrm>
            <a:off x="6863225" y="4887541"/>
            <a:ext cx="3474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i="1">
                <a:solidFill>
                  <a:srgbClr val="087E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onnxruntime.ai</a:t>
            </a:r>
            <a:endParaRPr lang="en-US" sz="700"/>
          </a:p>
        </p:txBody>
      </p:sp>
      <p:sp>
        <p:nvSpPr>
          <p:cNvPr id="20" name="Text 22">
            <a:extLst>
              <a:ext uri="{FF2B5EF4-FFF2-40B4-BE49-F238E27FC236}">
                <a16:creationId xmlns:a16="http://schemas.microsoft.com/office/drawing/2014/main" id="{05F34175-E807-13BA-C53B-9A0AA5F9792F}"/>
              </a:ext>
            </a:extLst>
          </p:cNvPr>
          <p:cNvSpPr/>
          <p:nvPr/>
        </p:nvSpPr>
        <p:spPr>
          <a:xfrm>
            <a:off x="2276711" y="3580965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50" b="1">
                <a:solidFill>
                  <a:srgbClr val="1324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Distilling the Knowledge in a Neural Network</a:t>
            </a:r>
            <a:endParaRPr lang="en-US" sz="850"/>
          </a:p>
        </p:txBody>
      </p:sp>
      <p:sp>
        <p:nvSpPr>
          <p:cNvPr id="21" name="Text 23">
            <a:extLst>
              <a:ext uri="{FF2B5EF4-FFF2-40B4-BE49-F238E27FC236}">
                <a16:creationId xmlns:a16="http://schemas.microsoft.com/office/drawing/2014/main" id="{1BE92852-7B6F-6506-8378-7C3F9778DF55}"/>
              </a:ext>
            </a:extLst>
          </p:cNvPr>
          <p:cNvSpPr/>
          <p:nvPr/>
        </p:nvSpPr>
        <p:spPr>
          <a:xfrm>
            <a:off x="2276711" y="377487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75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Hinton et al., 2015 — Original knowledge distillation paper</a:t>
            </a:r>
            <a:endParaRPr lang="en-US" sz="750"/>
          </a:p>
        </p:txBody>
      </p:sp>
      <p:sp>
        <p:nvSpPr>
          <p:cNvPr id="22" name="Shape 21">
            <a:extLst>
              <a:ext uri="{FF2B5EF4-FFF2-40B4-BE49-F238E27FC236}">
                <a16:creationId xmlns:a16="http://schemas.microsoft.com/office/drawing/2014/main" id="{1E2562CC-5562-B5F8-B605-5BD2592AAF00}"/>
              </a:ext>
            </a:extLst>
          </p:cNvPr>
          <p:cNvSpPr/>
          <p:nvPr/>
        </p:nvSpPr>
        <p:spPr>
          <a:xfrm>
            <a:off x="2128520" y="4165891"/>
            <a:ext cx="73152" cy="73152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024FC922-C829-8589-F44D-081851DD4947}"/>
              </a:ext>
            </a:extLst>
          </p:cNvPr>
          <p:cNvSpPr/>
          <p:nvPr/>
        </p:nvSpPr>
        <p:spPr>
          <a:xfrm>
            <a:off x="2269454" y="4103479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850" b="1">
                <a:solidFill>
                  <a:srgbClr val="132436"/>
                </a:solidFill>
                <a:ea typeface="Calibri"/>
                <a:cs typeface="Calibri"/>
              </a:rPr>
              <a:t>Quantization Course</a:t>
            </a:r>
          </a:p>
        </p:txBody>
      </p:sp>
      <p:sp>
        <p:nvSpPr>
          <p:cNvPr id="60" name="Text 22">
            <a:extLst>
              <a:ext uri="{FF2B5EF4-FFF2-40B4-BE49-F238E27FC236}">
                <a16:creationId xmlns:a16="http://schemas.microsoft.com/office/drawing/2014/main" id="{6896B506-7F45-BC41-5F8F-C11A80D06E96}"/>
              </a:ext>
            </a:extLst>
          </p:cNvPr>
          <p:cNvSpPr/>
          <p:nvPr/>
        </p:nvSpPr>
        <p:spPr>
          <a:xfrm>
            <a:off x="2269454" y="4103479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850" b="1">
              <a:solidFill>
                <a:srgbClr val="132436"/>
              </a:solidFill>
              <a:ea typeface="Calibri"/>
              <a:cs typeface="Calibri"/>
            </a:endParaRPr>
          </a:p>
        </p:txBody>
      </p:sp>
      <p:sp>
        <p:nvSpPr>
          <p:cNvPr id="61" name="Text 23">
            <a:extLst>
              <a:ext uri="{FF2B5EF4-FFF2-40B4-BE49-F238E27FC236}">
                <a16:creationId xmlns:a16="http://schemas.microsoft.com/office/drawing/2014/main" id="{C31A436F-3111-B943-BD1F-C5D003FF9977}"/>
              </a:ext>
            </a:extLst>
          </p:cNvPr>
          <p:cNvSpPr/>
          <p:nvPr/>
        </p:nvSpPr>
        <p:spPr>
          <a:xfrm>
            <a:off x="2269454" y="4391733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https://www.deeplearning.ai/coursesquantization-in-depth</a:t>
            </a:r>
          </a:p>
          <a:p>
            <a:pPr marL="0" indent="0">
              <a:buNone/>
            </a:pPr>
            <a:endParaRPr lang="en-US" sz="750">
              <a:solidFill>
                <a:srgbClr val="5B6B7A"/>
              </a:solidFill>
              <a:ea typeface="Calibri"/>
              <a:cs typeface="Calibri"/>
            </a:endParaRPr>
          </a:p>
        </p:txBody>
      </p:sp>
      <p:sp>
        <p:nvSpPr>
          <p:cNvPr id="62" name="Shape 21">
            <a:extLst>
              <a:ext uri="{FF2B5EF4-FFF2-40B4-BE49-F238E27FC236}">
                <a16:creationId xmlns:a16="http://schemas.microsoft.com/office/drawing/2014/main" id="{3930517D-131A-827F-CF70-1E85CE5B5237}"/>
              </a:ext>
            </a:extLst>
          </p:cNvPr>
          <p:cNvSpPr/>
          <p:nvPr/>
        </p:nvSpPr>
        <p:spPr>
          <a:xfrm>
            <a:off x="2106748" y="4681148"/>
            <a:ext cx="73152" cy="73152"/>
          </a:xfrm>
          <a:prstGeom prst="ellipse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3" name="Text 22">
            <a:extLst>
              <a:ext uri="{FF2B5EF4-FFF2-40B4-BE49-F238E27FC236}">
                <a16:creationId xmlns:a16="http://schemas.microsoft.com/office/drawing/2014/main" id="{0D973A87-D417-0DF4-1E3C-A94DE54C3DB3}"/>
              </a:ext>
            </a:extLst>
          </p:cNvPr>
          <p:cNvSpPr/>
          <p:nvPr/>
        </p:nvSpPr>
        <p:spPr>
          <a:xfrm>
            <a:off x="2247682" y="4618736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850" b="1">
              <a:solidFill>
                <a:srgbClr val="132436"/>
              </a:solidFill>
              <a:ea typeface="Calibri"/>
              <a:cs typeface="Calibri"/>
            </a:endParaRPr>
          </a:p>
        </p:txBody>
      </p:sp>
      <p:sp>
        <p:nvSpPr>
          <p:cNvPr id="64" name="Text 23">
            <a:extLst>
              <a:ext uri="{FF2B5EF4-FFF2-40B4-BE49-F238E27FC236}">
                <a16:creationId xmlns:a16="http://schemas.microsoft.com/office/drawing/2014/main" id="{701CBEAF-4F63-06B6-E821-2EA4D561AD92}"/>
              </a:ext>
            </a:extLst>
          </p:cNvPr>
          <p:cNvSpPr/>
          <p:nvPr/>
        </p:nvSpPr>
        <p:spPr>
          <a:xfrm>
            <a:off x="2247682" y="4812647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750">
                <a:solidFill>
                  <a:srgbClr val="5B6B7A"/>
                </a:solidFill>
                <a:ea typeface="+mn-lt"/>
                <a:cs typeface="+mn-lt"/>
              </a:rPr>
              <a:t>https://arxiv.org/html/2411.02530v1</a:t>
            </a:r>
            <a:endParaRPr lang="en-US"/>
          </a:p>
        </p:txBody>
      </p:sp>
      <p:sp>
        <p:nvSpPr>
          <p:cNvPr id="65" name="Text 22">
            <a:extLst>
              <a:ext uri="{FF2B5EF4-FFF2-40B4-BE49-F238E27FC236}">
                <a16:creationId xmlns:a16="http://schemas.microsoft.com/office/drawing/2014/main" id="{5F67FC35-EF4B-3C5B-7F63-C0094E4C7604}"/>
              </a:ext>
            </a:extLst>
          </p:cNvPr>
          <p:cNvSpPr/>
          <p:nvPr/>
        </p:nvSpPr>
        <p:spPr>
          <a:xfrm>
            <a:off x="2247682" y="4618736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850" b="1">
              <a:solidFill>
                <a:srgbClr val="132436"/>
              </a:solidFill>
              <a:ea typeface="Calibri"/>
              <a:cs typeface="Calibri"/>
            </a:endParaRPr>
          </a:p>
        </p:txBody>
      </p:sp>
      <p:sp>
        <p:nvSpPr>
          <p:cNvPr id="66" name="Text 23">
            <a:extLst>
              <a:ext uri="{FF2B5EF4-FFF2-40B4-BE49-F238E27FC236}">
                <a16:creationId xmlns:a16="http://schemas.microsoft.com/office/drawing/2014/main" id="{9E79A6E0-0C4C-4886-5A51-F5F9AF4913EF}"/>
              </a:ext>
            </a:extLst>
          </p:cNvPr>
          <p:cNvSpPr/>
          <p:nvPr/>
        </p:nvSpPr>
        <p:spPr>
          <a:xfrm>
            <a:off x="2247682" y="4812647"/>
            <a:ext cx="420624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750">
              <a:solidFill>
                <a:srgbClr val="5B6B7A"/>
              </a:solidFill>
              <a:ea typeface="Calibri"/>
              <a:cs typeface="Calibri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E0A2C55-8DBD-2C2A-664B-0D69164BBEC0}"/>
              </a:ext>
            </a:extLst>
          </p:cNvPr>
          <p:cNvSpPr txBox="1"/>
          <p:nvPr/>
        </p:nvSpPr>
        <p:spPr>
          <a:xfrm>
            <a:off x="2249714" y="4597400"/>
            <a:ext cx="6096000" cy="2154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800" b="0" i="0" u="none" strike="noStrike" baseline="0">
                <a:solidFill>
                  <a:srgbClr val="000000"/>
                </a:solidFill>
                <a:latin typeface="rival-sans"/>
              </a:rPr>
              <a:t>A Comprehensive Study on Quantization Techniques for Large Language </a:t>
            </a:r>
            <a:r>
              <a:rPr lang="en-US" sz="800">
                <a:solidFill>
                  <a:srgbClr val="000000"/>
                </a:solidFill>
                <a:latin typeface="rival-sans"/>
              </a:rPr>
              <a:t>Models</a:t>
            </a:r>
            <a:endParaRPr lang="en-US" sz="800">
              <a:latin typeface="rival-sans"/>
              <a:ea typeface="Calibri"/>
              <a:cs typeface="Calibri"/>
            </a:endParaRPr>
          </a:p>
        </p:txBody>
      </p:sp>
      <p:sp>
        <p:nvSpPr>
          <p:cNvPr id="18" name="Text 39">
            <a:extLst>
              <a:ext uri="{FF2B5EF4-FFF2-40B4-BE49-F238E27FC236}">
                <a16:creationId xmlns:a16="http://schemas.microsoft.com/office/drawing/2014/main" id="{A5FFF372-3AA5-B6C2-51AA-FCFE5A64759C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58" name="Text 38">
            <a:extLst>
              <a:ext uri="{FF2B5EF4-FFF2-40B4-BE49-F238E27FC236}">
                <a16:creationId xmlns:a16="http://schemas.microsoft.com/office/drawing/2014/main" id="{E8ED34C2-94B3-053F-1520-EA005AA8EBB7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23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6537234" y="740229"/>
            <a:ext cx="3570514" cy="3200400"/>
          </a:xfrm>
          <a:prstGeom prst="ellipse">
            <a:avLst/>
          </a:prstGeom>
          <a:solidFill>
            <a:srgbClr val="087E8B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966686" y="3940628"/>
            <a:ext cx="2917371" cy="2256972"/>
          </a:xfrm>
          <a:prstGeom prst="ellipse">
            <a:avLst/>
          </a:prstGeom>
          <a:solidFill>
            <a:srgbClr val="087E8B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338286" y="1444171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5200"/>
          </a:p>
        </p:txBody>
      </p:sp>
      <p:sp>
        <p:nvSpPr>
          <p:cNvPr id="6" name="Text 4"/>
          <p:cNvSpPr/>
          <p:nvPr/>
        </p:nvSpPr>
        <p:spPr>
          <a:xfrm>
            <a:off x="3338286" y="2358571"/>
            <a:ext cx="64008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>
                <a:solidFill>
                  <a:srgbClr val="087E8B"/>
                </a:solidFill>
                <a:latin typeface="Calibri"/>
                <a:ea typeface="Calibri"/>
                <a:cs typeface="Calibri"/>
              </a:rPr>
              <a:t>Questions &amp; Discussion</a:t>
            </a:r>
            <a:endParaRPr lang="en-US" sz="28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338286" y="3180080"/>
            <a:ext cx="2286000" cy="27432"/>
          </a:xfrm>
          <a:prstGeom prst="rect">
            <a:avLst/>
          </a:prstGeom>
          <a:solidFill>
            <a:srgbClr val="087E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338286" y="3408680"/>
            <a:ext cx="64008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Fundamentals  ·  Scale &amp; Zero Point  ·  Error Metrics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9" name="Text 7"/>
          <p:cNvSpPr/>
          <p:nvPr/>
        </p:nvSpPr>
        <p:spPr>
          <a:xfrm>
            <a:off x="3338286" y="3701288"/>
            <a:ext cx="64008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Symmetric vs Asymmetric  ·  Per-Tensor vs Per-Channel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338286" y="3993896"/>
            <a:ext cx="64008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Calibration  ·  PTQ  ·  QAT  ·  Pruning  ·  Distillation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38286" y="4286504"/>
            <a:ext cx="6400800" cy="25603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9FB2C4"/>
                </a:solidFill>
                <a:latin typeface="Calibri"/>
                <a:ea typeface="Calibri"/>
                <a:cs typeface="Calibri"/>
              </a:rPr>
              <a:t>GGUF  ·  GPTQ  ·  AWQ  ·  QLoRA  ·  TensorRT  ·  OpenVINO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2496457" y="5110480"/>
            <a:ext cx="2743200" cy="2286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5B6B7A"/>
                </a:solidFill>
                <a:latin typeface="Calibri"/>
                <a:ea typeface="Calibri"/>
                <a:cs typeface="Calibri"/>
              </a:rPr>
              <a:t>MODEL OPTIMIZATION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  <p:sp>
        <p:nvSpPr>
          <p:cNvPr id="13" name="Text 39">
            <a:extLst>
              <a:ext uri="{FF2B5EF4-FFF2-40B4-BE49-F238E27FC236}">
                <a16:creationId xmlns:a16="http://schemas.microsoft.com/office/drawing/2014/main" id="{0FFB90D9-93B6-BCCA-7F4B-159599A2D7F9}"/>
              </a:ext>
            </a:extLst>
          </p:cNvPr>
          <p:cNvSpPr/>
          <p:nvPr/>
        </p:nvSpPr>
        <p:spPr>
          <a:xfrm>
            <a:off x="457200" y="6355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kern="0" spc="200">
                <a:solidFill>
                  <a:srgbClr val="5B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QUANTIZATION</a:t>
            </a:r>
            <a:endParaRPr lang="en-US" sz="900"/>
          </a:p>
        </p:txBody>
      </p:sp>
      <p:sp>
        <p:nvSpPr>
          <p:cNvPr id="15" name="Text 38">
            <a:extLst>
              <a:ext uri="{FF2B5EF4-FFF2-40B4-BE49-F238E27FC236}">
                <a16:creationId xmlns:a16="http://schemas.microsoft.com/office/drawing/2014/main" id="{C50EC0E8-3371-1846-D21C-56918561C126}"/>
              </a:ext>
            </a:extLst>
          </p:cNvPr>
          <p:cNvSpPr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100">
                <a:solidFill>
                  <a:srgbClr val="5B6B7A"/>
                </a:solidFill>
                <a:ea typeface="Calibri"/>
                <a:cs typeface="Calibri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22030721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f810e55-39ab-4841-8cfd-14019ee9cec2" xsi:nil="true"/>
    <lcf76f155ced4ddcb4097134ff3c332f xmlns="995162d7-0d1e-4f25-a29c-902ea0bfb1f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BC931246BAB1346A19549D6C7D34CA3" ma:contentTypeVersion="18" ma:contentTypeDescription="Create a new document." ma:contentTypeScope="" ma:versionID="59d431cb2a96c6d5a3beedd54a0a4a77">
  <xsd:schema xmlns:xsd="http://www.w3.org/2001/XMLSchema" xmlns:xs="http://www.w3.org/2001/XMLSchema" xmlns:p="http://schemas.microsoft.com/office/2006/metadata/properties" xmlns:ns2="995162d7-0d1e-4f25-a29c-902ea0bfb1ff" xmlns:ns3="3f810e55-39ab-4841-8cfd-14019ee9cec2" targetNamespace="http://schemas.microsoft.com/office/2006/metadata/properties" ma:root="true" ma:fieldsID="aae3d04ac70d1db6b2a3638521c9db09" ns2:_="" ns3:_="">
    <xsd:import namespace="995162d7-0d1e-4f25-a29c-902ea0bfb1ff"/>
    <xsd:import namespace="3f810e55-39ab-4841-8cfd-14019ee9cec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5162d7-0d1e-4f25-a29c-902ea0bfb1f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3cca0b37-dc92-4750-b2e6-91c94c0d26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f810e55-39ab-4841-8cfd-14019ee9cec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b5f64db8-adf5-4b84-bef8-7d1c396ccbd3}" ma:internalName="TaxCatchAll" ma:showField="CatchAllData" ma:web="3f810e55-39ab-4841-8cfd-14019ee9cec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48F5CC6-759A-4458-B6B8-07F3B5B312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6444982-647D-4553-AEF2-7151DE81FBC4}">
  <ds:schemaRefs>
    <ds:schemaRef ds:uri="1b9ab8da-725a-4a67-b08b-56025e155f20"/>
    <ds:schemaRef ds:uri="1f502c8d-398d-4855-8906-413769f5641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5E095ACF-6EF1-4C5D-8E8C-A9738035BB09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9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2026-07-20T13:27:29Z</dcterms:created>
  <dcterms:modified xsi:type="dcterms:W3CDTF">2026-07-21T09:17:52Z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0x0101009BC931246BAB1346A19549D6C7D34CA3</vt:lpwstr>
  </property>
</Properties>
</file>